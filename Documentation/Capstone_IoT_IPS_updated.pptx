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microsoft.com/office/2020/02/relationships/classificationlabels" Target="docMetadata/LabelInfo.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69" r:id="rId3"/>
    <p:sldId id="275" r:id="rId4"/>
    <p:sldId id="266" r:id="rId5"/>
    <p:sldId id="267" r:id="rId6"/>
    <p:sldId id="258" r:id="rId7"/>
    <p:sldId id="270" r:id="rId8"/>
    <p:sldId id="274" r:id="rId9"/>
    <p:sldId id="259" r:id="rId10"/>
    <p:sldId id="280" r:id="rId11"/>
    <p:sldId id="260" r:id="rId12"/>
    <p:sldId id="277" r:id="rId13"/>
    <p:sldId id="271" r:id="rId14"/>
    <p:sldId id="268" r:id="rId15"/>
    <p:sldId id="278" r:id="rId16"/>
    <p:sldId id="281" r:id="rId17"/>
    <p:sldId id="279" r:id="rId18"/>
    <p:sldId id="264" r:id="rId19"/>
    <p:sldId id="273" r:id="rId2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70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B4D8"/>
    <a:srgbClr val="0D1B2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1" d="100"/>
          <a:sy n="111" d="100"/>
        </p:scale>
        <p:origin x="393" y="48"/>
      </p:cViewPr>
      <p:guideLst>
        <p:guide orient="horz" pos="270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ehn, Emmanuel T" userId="S::001117378@tarleton.edu::9dbe82b3-0e34-466d-bcd6-f2dcdf3f8bf0" providerId="AD" clId="Web-{2D29234E-85C8-94BA-9E1B-FDEBCE5DF1E5}"/>
    <pc:docChg chg="addSld delSld sldOrd">
      <pc:chgData name="Mehn, Emmanuel T" userId="S::001117378@tarleton.edu::9dbe82b3-0e34-466d-bcd6-f2dcdf3f8bf0" providerId="AD" clId="Web-{2D29234E-85C8-94BA-9E1B-FDEBCE5DF1E5}" dt="2026-04-24T03:56:09.554" v="7"/>
      <pc:docMkLst>
        <pc:docMk/>
      </pc:docMkLst>
      <pc:sldChg chg="add ord">
        <pc:chgData name="Mehn, Emmanuel T" userId="S::001117378@tarleton.edu::9dbe82b3-0e34-466d-bcd6-f2dcdf3f8bf0" providerId="AD" clId="Web-{2D29234E-85C8-94BA-9E1B-FDEBCE5DF1E5}" dt="2026-04-24T03:55:46.757" v="6"/>
        <pc:sldMkLst>
          <pc:docMk/>
          <pc:sldMk cId="1796929763" sldId="271"/>
        </pc:sldMkLst>
      </pc:sldChg>
    </pc:docChg>
  </pc:docChgLst>
  <pc:docChgLst>
    <pc:chgData name="Ivy, James M" userId="S::000866347@tarleton.edu::6beb59c5-9926-4bbe-886e-9577bc00b737" providerId="AD" clId="Web-{AFCB7565-1E87-71C6-B815-6F8121DC881E}"/>
    <pc:docChg chg="addSld delSld modSld sldOrd">
      <pc:chgData name="Ivy, James M" userId="S::000866347@tarleton.edu::6beb59c5-9926-4bbe-886e-9577bc00b737" providerId="AD" clId="Web-{AFCB7565-1E87-71C6-B815-6F8121DC881E}" dt="2026-04-24T17:05:09.889" v="1042" actId="20577"/>
      <pc:docMkLst>
        <pc:docMk/>
      </pc:docMkLst>
      <pc:sldChg chg="modSp">
        <pc:chgData name="Ivy, James M" userId="S::000866347@tarleton.edu::6beb59c5-9926-4bbe-886e-9577bc00b737" providerId="AD" clId="Web-{AFCB7565-1E87-71C6-B815-6F8121DC881E}" dt="2026-04-24T15:19:08.182" v="541" actId="20577"/>
        <pc:sldMkLst>
          <pc:docMk/>
          <pc:sldMk cId="0" sldId="259"/>
        </pc:sldMkLst>
        <pc:spChg chg="mod">
          <ac:chgData name="Ivy, James M" userId="S::000866347@tarleton.edu::6beb59c5-9926-4bbe-886e-9577bc00b737" providerId="AD" clId="Web-{AFCB7565-1E87-71C6-B815-6F8121DC881E}" dt="2026-04-24T15:19:08.182" v="541" actId="20577"/>
          <ac:spMkLst>
            <pc:docMk/>
            <pc:sldMk cId="0" sldId="259"/>
            <ac:spMk id="4" creationId="{00000000-0000-0000-0000-000000000000}"/>
          </ac:spMkLst>
        </pc:spChg>
      </pc:sldChg>
      <pc:sldChg chg="modSp">
        <pc:chgData name="Ivy, James M" userId="S::000866347@tarleton.edu::6beb59c5-9926-4bbe-886e-9577bc00b737" providerId="AD" clId="Web-{AFCB7565-1E87-71C6-B815-6F8121DC881E}" dt="2026-04-24T14:44:56.125" v="87" actId="20577"/>
        <pc:sldMkLst>
          <pc:docMk/>
          <pc:sldMk cId="0" sldId="260"/>
        </pc:sldMkLst>
        <pc:spChg chg="mod">
          <ac:chgData name="Ivy, James M" userId="S::000866347@tarleton.edu::6beb59c5-9926-4bbe-886e-9577bc00b737" providerId="AD" clId="Web-{AFCB7565-1E87-71C6-B815-6F8121DC881E}" dt="2026-04-24T14:44:56.125" v="87" actId="20577"/>
          <ac:spMkLst>
            <pc:docMk/>
            <pc:sldMk cId="0" sldId="260"/>
            <ac:spMk id="4" creationId="{00000000-0000-0000-0000-000000000000}"/>
          </ac:spMkLst>
        </pc:spChg>
      </pc:sldChg>
      <pc:sldChg chg="modSp">
        <pc:chgData name="Ivy, James M" userId="S::000866347@tarleton.edu::6beb59c5-9926-4bbe-886e-9577bc00b737" providerId="AD" clId="Web-{AFCB7565-1E87-71C6-B815-6F8121DC881E}" dt="2026-04-24T14:45:15.281" v="89" actId="20577"/>
        <pc:sldMkLst>
          <pc:docMk/>
          <pc:sldMk cId="1796929763" sldId="271"/>
        </pc:sldMkLst>
        <pc:spChg chg="mod">
          <ac:chgData name="Ivy, James M" userId="S::000866347@tarleton.edu::6beb59c5-9926-4bbe-886e-9577bc00b737" providerId="AD" clId="Web-{AFCB7565-1E87-71C6-B815-6F8121DC881E}" dt="2026-04-24T14:45:15.281" v="89" actId="20577"/>
          <ac:spMkLst>
            <pc:docMk/>
            <pc:sldMk cId="1796929763" sldId="271"/>
            <ac:spMk id="5" creationId="{00000000-0000-0000-0000-000000000000}"/>
          </ac:spMkLst>
        </pc:spChg>
      </pc:sldChg>
      <pc:sldChg chg="addSp delSp modSp add ord replId">
        <pc:chgData name="Ivy, James M" userId="S::000866347@tarleton.edu::6beb59c5-9926-4bbe-886e-9577bc00b737" providerId="AD" clId="Web-{AFCB7565-1E87-71C6-B815-6F8121DC881E}" dt="2026-04-24T17:05:09.889" v="1042" actId="20577"/>
        <pc:sldMkLst>
          <pc:docMk/>
          <pc:sldMk cId="301683328" sldId="274"/>
        </pc:sldMkLst>
        <pc:spChg chg="mod">
          <ac:chgData name="Ivy, James M" userId="S::000866347@tarleton.edu::6beb59c5-9926-4bbe-886e-9577bc00b737" providerId="AD" clId="Web-{AFCB7565-1E87-71C6-B815-6F8121DC881E}" dt="2026-04-24T14:43:31.235" v="24" actId="20577"/>
          <ac:spMkLst>
            <pc:docMk/>
            <pc:sldMk cId="301683328" sldId="274"/>
            <ac:spMk id="3" creationId="{64AC5259-B4DF-C145-1C91-473311B38B51}"/>
          </ac:spMkLst>
        </pc:spChg>
        <pc:spChg chg="mod">
          <ac:chgData name="Ivy, James M" userId="S::000866347@tarleton.edu::6beb59c5-9926-4bbe-886e-9577bc00b737" providerId="AD" clId="Web-{AFCB7565-1E87-71C6-B815-6F8121DC881E}" dt="2026-04-24T15:19:03.791" v="539" actId="20577"/>
          <ac:spMkLst>
            <pc:docMk/>
            <pc:sldMk cId="301683328" sldId="274"/>
            <ac:spMk id="4" creationId="{5EA4A54C-53BA-93FA-5F5E-DC46B1D2A5D6}"/>
          </ac:spMkLst>
        </pc:spChg>
        <pc:spChg chg="mod">
          <ac:chgData name="Ivy, James M" userId="S::000866347@tarleton.edu::6beb59c5-9926-4bbe-886e-9577bc00b737" providerId="AD" clId="Web-{AFCB7565-1E87-71C6-B815-6F8121DC881E}" dt="2026-04-24T14:44:08.047" v="53" actId="20577"/>
          <ac:spMkLst>
            <pc:docMk/>
            <pc:sldMk cId="301683328" sldId="274"/>
            <ac:spMk id="5" creationId="{86296C44-F192-BE03-E581-11421FE46DC2}"/>
          </ac:spMkLst>
        </pc:spChg>
        <pc:spChg chg="mod">
          <ac:chgData name="Ivy, James M" userId="S::000866347@tarleton.edu::6beb59c5-9926-4bbe-886e-9577bc00b737" providerId="AD" clId="Web-{AFCB7565-1E87-71C6-B815-6F8121DC881E}" dt="2026-04-24T14:44:25.532" v="59" actId="20577"/>
          <ac:spMkLst>
            <pc:docMk/>
            <pc:sldMk cId="301683328" sldId="274"/>
            <ac:spMk id="25" creationId="{173C1DA8-7EE1-AE11-BBCC-5A3436813124}"/>
          </ac:spMkLst>
        </pc:spChg>
        <pc:spChg chg="mod">
          <ac:chgData name="Ivy, James M" userId="S::000866347@tarleton.edu::6beb59c5-9926-4bbe-886e-9577bc00b737" providerId="AD" clId="Web-{AFCB7565-1E87-71C6-B815-6F8121DC881E}" dt="2026-04-24T14:44:29.797" v="60" actId="20577"/>
          <ac:spMkLst>
            <pc:docMk/>
            <pc:sldMk cId="301683328" sldId="274"/>
            <ac:spMk id="26" creationId="{7DC44C09-CE31-9B29-322B-D40618C1A88F}"/>
          </ac:spMkLst>
        </pc:spChg>
        <pc:spChg chg="add mod">
          <ac:chgData name="Ivy, James M" userId="S::000866347@tarleton.edu::6beb59c5-9926-4bbe-886e-9577bc00b737" providerId="AD" clId="Web-{AFCB7565-1E87-71C6-B815-6F8121DC881E}" dt="2026-04-24T16:58:04.461" v="700" actId="20577"/>
          <ac:spMkLst>
            <pc:docMk/>
            <pc:sldMk cId="301683328" sldId="274"/>
            <ac:spMk id="51" creationId="{E99D8431-64E9-9B02-B638-E7350BFEC448}"/>
          </ac:spMkLst>
        </pc:spChg>
        <pc:spChg chg="add mod">
          <ac:chgData name="Ivy, James M" userId="S::000866347@tarleton.edu::6beb59c5-9926-4bbe-886e-9577bc00b737" providerId="AD" clId="Web-{AFCB7565-1E87-71C6-B815-6F8121DC881E}" dt="2026-04-24T17:02:13.697" v="942" actId="20577"/>
          <ac:spMkLst>
            <pc:docMk/>
            <pc:sldMk cId="301683328" sldId="274"/>
            <ac:spMk id="52" creationId="{F2667BCB-9F79-F290-EB7B-D429F151D743}"/>
          </ac:spMkLst>
        </pc:spChg>
        <pc:picChg chg="add mod">
          <ac:chgData name="Ivy, James M" userId="S::000866347@tarleton.edu::6beb59c5-9926-4bbe-886e-9577bc00b737" providerId="AD" clId="Web-{AFCB7565-1E87-71C6-B815-6F8121DC881E}" dt="2026-04-24T16:58:15.961" v="702" actId="14100"/>
          <ac:picMkLst>
            <pc:docMk/>
            <pc:sldMk cId="301683328" sldId="274"/>
            <ac:picMk id="53" creationId="{598BB350-71B0-A2BB-E978-2289A8CA8CC7}"/>
          </ac:picMkLst>
        </pc:picChg>
        <pc:picChg chg="add mod">
          <ac:chgData name="Ivy, James M" userId="S::000866347@tarleton.edu::6beb59c5-9926-4bbe-886e-9577bc00b737" providerId="AD" clId="Web-{AFCB7565-1E87-71C6-B815-6F8121DC881E}" dt="2026-04-24T17:02:21.088" v="944" actId="1076"/>
          <ac:picMkLst>
            <pc:docMk/>
            <pc:sldMk cId="301683328" sldId="274"/>
            <ac:picMk id="54" creationId="{F006AEB5-31AE-3450-49FF-257D92CAEFBA}"/>
          </ac:picMkLst>
        </pc:picChg>
      </pc:sldChg>
    </pc:docChg>
  </pc:docChgLst>
  <pc:docChgLst>
    <pc:chgData name="Banda, Andrew P" userId="29831d33-7f3f-4046-b966-8510ce853b61" providerId="ADAL" clId="{6AEDD1A9-5C85-493A-B212-5D3A080BBF9F}"/>
    <pc:docChg chg="undo custSel addSld delSld modSld sldOrd">
      <pc:chgData name="Banda, Andrew P" userId="29831d33-7f3f-4046-b966-8510ce853b61" providerId="ADAL" clId="{6AEDD1A9-5C85-493A-B212-5D3A080BBF9F}" dt="2026-04-29T18:32:14.083" v="381" actId="14100"/>
      <pc:docMkLst>
        <pc:docMk/>
      </pc:docMkLst>
      <pc:sldChg chg="modSp mod">
        <pc:chgData name="Banda, Andrew P" userId="29831d33-7f3f-4046-b966-8510ce853b61" providerId="ADAL" clId="{6AEDD1A9-5C85-493A-B212-5D3A080BBF9F}" dt="2026-04-26T15:48:14.500" v="372" actId="20577"/>
        <pc:sldMkLst>
          <pc:docMk/>
          <pc:sldMk cId="0" sldId="258"/>
        </pc:sldMkLst>
        <pc:spChg chg="mod">
          <ac:chgData name="Banda, Andrew P" userId="29831d33-7f3f-4046-b966-8510ce853b61" providerId="ADAL" clId="{6AEDD1A9-5C85-493A-B212-5D3A080BBF9F}" dt="2026-04-26T15:48:14.500" v="372" actId="20577"/>
          <ac:spMkLst>
            <pc:docMk/>
            <pc:sldMk cId="0" sldId="258"/>
            <ac:spMk id="4" creationId="{00000000-0000-0000-0000-000000000000}"/>
          </ac:spMkLst>
        </pc:spChg>
      </pc:sldChg>
      <pc:sldChg chg="modSp mod modNotesTx">
        <pc:chgData name="Banda, Andrew P" userId="29831d33-7f3f-4046-b966-8510ce853b61" providerId="ADAL" clId="{6AEDD1A9-5C85-493A-B212-5D3A080BBF9F}" dt="2026-04-24T19:15:58.612" v="299" actId="20577"/>
        <pc:sldMkLst>
          <pc:docMk/>
          <pc:sldMk cId="0" sldId="260"/>
        </pc:sldMkLst>
        <pc:spChg chg="mod">
          <ac:chgData name="Banda, Andrew P" userId="29831d33-7f3f-4046-b966-8510ce853b61" providerId="ADAL" clId="{6AEDD1A9-5C85-493A-B212-5D3A080BBF9F}" dt="2026-04-24T18:00:56.477" v="50" actId="14100"/>
          <ac:spMkLst>
            <pc:docMk/>
            <pc:sldMk cId="0" sldId="260"/>
            <ac:spMk id="17" creationId="{00000000-0000-0000-0000-000000000000}"/>
          </ac:spMkLst>
        </pc:spChg>
      </pc:sldChg>
      <pc:sldChg chg="modSp mod">
        <pc:chgData name="Banda, Andrew P" userId="29831d33-7f3f-4046-b966-8510ce853b61" providerId="ADAL" clId="{6AEDD1A9-5C85-493A-B212-5D3A080BBF9F}" dt="2026-04-24T18:00:08.897" v="47" actId="20577"/>
        <pc:sldMkLst>
          <pc:docMk/>
          <pc:sldMk cId="0" sldId="264"/>
        </pc:sldMkLst>
        <pc:spChg chg="mod">
          <ac:chgData name="Banda, Andrew P" userId="29831d33-7f3f-4046-b966-8510ce853b61" providerId="ADAL" clId="{6AEDD1A9-5C85-493A-B212-5D3A080BBF9F}" dt="2026-04-24T18:00:08.897" v="47" actId="20577"/>
          <ac:spMkLst>
            <pc:docMk/>
            <pc:sldMk cId="0" sldId="264"/>
            <ac:spMk id="7" creationId="{00000000-0000-0000-0000-000000000000}"/>
          </ac:spMkLst>
        </pc:spChg>
      </pc:sldChg>
      <pc:sldChg chg="modSp mod modNotesTx">
        <pc:chgData name="Banda, Andrew P" userId="29831d33-7f3f-4046-b966-8510ce853b61" providerId="ADAL" clId="{6AEDD1A9-5C85-493A-B212-5D3A080BBF9F}" dt="2026-04-26T15:48:02.913" v="370" actId="1076"/>
        <pc:sldMkLst>
          <pc:docMk/>
          <pc:sldMk cId="0" sldId="266"/>
        </pc:sldMkLst>
        <pc:spChg chg="mod">
          <ac:chgData name="Banda, Andrew P" userId="29831d33-7f3f-4046-b966-8510ce853b61" providerId="ADAL" clId="{6AEDD1A9-5C85-493A-B212-5D3A080BBF9F}" dt="2026-04-26T15:47:48.409" v="368" actId="1076"/>
          <ac:spMkLst>
            <pc:docMk/>
            <pc:sldMk cId="0" sldId="266"/>
            <ac:spMk id="2" creationId="{00000000-0000-0000-0000-000000000000}"/>
          </ac:spMkLst>
        </pc:spChg>
        <pc:spChg chg="mod">
          <ac:chgData name="Banda, Andrew P" userId="29831d33-7f3f-4046-b966-8510ce853b61" providerId="ADAL" clId="{6AEDD1A9-5C85-493A-B212-5D3A080BBF9F}" dt="2026-04-26T15:48:02.913" v="370" actId="1076"/>
          <ac:spMkLst>
            <pc:docMk/>
            <pc:sldMk cId="0" sldId="266"/>
            <ac:spMk id="4" creationId="{00000000-0000-0000-0000-000000000000}"/>
          </ac:spMkLst>
        </pc:spChg>
        <pc:spChg chg="mod">
          <ac:chgData name="Banda, Andrew P" userId="29831d33-7f3f-4046-b966-8510ce853b61" providerId="ADAL" clId="{6AEDD1A9-5C85-493A-B212-5D3A080BBF9F}" dt="2026-04-24T18:27:06.801" v="226" actId="20577"/>
          <ac:spMkLst>
            <pc:docMk/>
            <pc:sldMk cId="0" sldId="266"/>
            <ac:spMk id="13" creationId="{00000000-0000-0000-0000-000000000000}"/>
          </ac:spMkLst>
        </pc:spChg>
        <pc:spChg chg="mod">
          <ac:chgData name="Banda, Andrew P" userId="29831d33-7f3f-4046-b966-8510ce853b61" providerId="ADAL" clId="{6AEDD1A9-5C85-493A-B212-5D3A080BBF9F}" dt="2026-04-24T18:27:15.579" v="227" actId="14100"/>
          <ac:spMkLst>
            <pc:docMk/>
            <pc:sldMk cId="0" sldId="266"/>
            <ac:spMk id="14" creationId="{00000000-0000-0000-0000-000000000000}"/>
          </ac:spMkLst>
        </pc:spChg>
        <pc:spChg chg="mod">
          <ac:chgData name="Banda, Andrew P" userId="29831d33-7f3f-4046-b966-8510ce853b61" providerId="ADAL" clId="{6AEDD1A9-5C85-493A-B212-5D3A080BBF9F}" dt="2026-04-24T18:26:31.590" v="178" actId="20577"/>
          <ac:spMkLst>
            <pc:docMk/>
            <pc:sldMk cId="0" sldId="266"/>
            <ac:spMk id="15" creationId="{00000000-0000-0000-0000-000000000000}"/>
          </ac:spMkLst>
        </pc:spChg>
        <pc:spChg chg="mod">
          <ac:chgData name="Banda, Andrew P" userId="29831d33-7f3f-4046-b966-8510ce853b61" providerId="ADAL" clId="{6AEDD1A9-5C85-493A-B212-5D3A080BBF9F}" dt="2026-04-24T18:27:59.313" v="234" actId="14100"/>
          <ac:spMkLst>
            <pc:docMk/>
            <pc:sldMk cId="0" sldId="266"/>
            <ac:spMk id="16" creationId="{00000000-0000-0000-0000-000000000000}"/>
          </ac:spMkLst>
        </pc:spChg>
      </pc:sldChg>
      <pc:sldChg chg="addSp delSp modSp mod">
        <pc:chgData name="Banda, Andrew P" userId="29831d33-7f3f-4046-b966-8510ce853b61" providerId="ADAL" clId="{6AEDD1A9-5C85-493A-B212-5D3A080BBF9F}" dt="2026-04-29T18:32:14.083" v="381" actId="14100"/>
        <pc:sldMkLst>
          <pc:docMk/>
          <pc:sldMk cId="1850267780" sldId="268"/>
        </pc:sldMkLst>
        <pc:spChg chg="mod">
          <ac:chgData name="Banda, Andrew P" userId="29831d33-7f3f-4046-b966-8510ce853b61" providerId="ADAL" clId="{6AEDD1A9-5C85-493A-B212-5D3A080BBF9F}" dt="2026-04-24T18:14:59.134" v="65" actId="14100"/>
          <ac:spMkLst>
            <pc:docMk/>
            <pc:sldMk cId="1850267780" sldId="268"/>
            <ac:spMk id="20" creationId="{5B40A9BF-B67E-A827-F2B2-DFB45A6F722F}"/>
          </ac:spMkLst>
        </pc:spChg>
        <pc:picChg chg="mod">
          <ac:chgData name="Banda, Andrew P" userId="29831d33-7f3f-4046-b966-8510ce853b61" providerId="ADAL" clId="{6AEDD1A9-5C85-493A-B212-5D3A080BBF9F}" dt="2026-04-29T18:32:09.320" v="380" actId="14100"/>
          <ac:picMkLst>
            <pc:docMk/>
            <pc:sldMk cId="1850267780" sldId="268"/>
            <ac:picMk id="15" creationId="{E9D0279D-3428-277B-C73E-15642C5679F2}"/>
          </ac:picMkLst>
        </pc:picChg>
        <pc:picChg chg="mod">
          <ac:chgData name="Banda, Andrew P" userId="29831d33-7f3f-4046-b966-8510ce853b61" providerId="ADAL" clId="{6AEDD1A9-5C85-493A-B212-5D3A080BBF9F}" dt="2026-04-29T18:32:14.083" v="381" actId="14100"/>
          <ac:picMkLst>
            <pc:docMk/>
            <pc:sldMk cId="1850267780" sldId="268"/>
            <ac:picMk id="19" creationId="{605CE168-89DB-DEC1-600C-56774B93C631}"/>
          </ac:picMkLst>
        </pc:picChg>
      </pc:sldChg>
      <pc:sldChg chg="modSp mod modNotesTx">
        <pc:chgData name="Banda, Andrew P" userId="29831d33-7f3f-4046-b966-8510ce853b61" providerId="ADAL" clId="{6AEDD1A9-5C85-493A-B212-5D3A080BBF9F}" dt="2026-04-24T19:04:37.658" v="278" actId="20577"/>
        <pc:sldMkLst>
          <pc:docMk/>
          <pc:sldMk cId="0" sldId="269"/>
        </pc:sldMkLst>
        <pc:spChg chg="mod">
          <ac:chgData name="Banda, Andrew P" userId="29831d33-7f3f-4046-b966-8510ce853b61" providerId="ADAL" clId="{6AEDD1A9-5C85-493A-B212-5D3A080BBF9F}" dt="2026-04-24T18:50:34.518" v="259" actId="20577"/>
          <ac:spMkLst>
            <pc:docMk/>
            <pc:sldMk cId="0" sldId="269"/>
            <ac:spMk id="5" creationId="{00000000-0000-0000-0000-000000000000}"/>
          </ac:spMkLst>
        </pc:spChg>
        <pc:spChg chg="mod">
          <ac:chgData name="Banda, Andrew P" userId="29831d33-7f3f-4046-b966-8510ce853b61" providerId="ADAL" clId="{6AEDD1A9-5C85-493A-B212-5D3A080BBF9F}" dt="2026-04-24T18:24:15.751" v="134" actId="20577"/>
          <ac:spMkLst>
            <pc:docMk/>
            <pc:sldMk cId="0" sldId="269"/>
            <ac:spMk id="12" creationId="{00000000-0000-0000-0000-000000000000}"/>
          </ac:spMkLst>
        </pc:spChg>
      </pc:sldChg>
      <pc:sldChg chg="modSp mod ord">
        <pc:chgData name="Banda, Andrew P" userId="29831d33-7f3f-4046-b966-8510ce853b61" providerId="ADAL" clId="{6AEDD1A9-5C85-493A-B212-5D3A080BBF9F}" dt="2026-04-26T15:48:19.191" v="374" actId="20577"/>
        <pc:sldMkLst>
          <pc:docMk/>
          <pc:sldMk cId="0" sldId="270"/>
        </pc:sldMkLst>
        <pc:spChg chg="mod">
          <ac:chgData name="Banda, Andrew P" userId="29831d33-7f3f-4046-b966-8510ce853b61" providerId="ADAL" clId="{6AEDD1A9-5C85-493A-B212-5D3A080BBF9F}" dt="2026-04-26T15:48:19.191" v="374" actId="20577"/>
          <ac:spMkLst>
            <pc:docMk/>
            <pc:sldMk cId="0" sldId="270"/>
            <ac:spMk id="4" creationId="{00000000-0000-0000-0000-000000000000}"/>
          </ac:spMkLst>
        </pc:spChg>
      </pc:sldChg>
      <pc:sldChg chg="ord">
        <pc:chgData name="Banda, Andrew P" userId="29831d33-7f3f-4046-b966-8510ce853b61" providerId="ADAL" clId="{6AEDD1A9-5C85-493A-B212-5D3A080BBF9F}" dt="2026-04-26T15:49:05.525" v="376"/>
        <pc:sldMkLst>
          <pc:docMk/>
          <pc:sldMk cId="1796929763" sldId="271"/>
        </pc:sldMkLst>
      </pc:sldChg>
    </pc:docChg>
  </pc:docChgLst>
  <pc:docChgLst>
    <pc:chgData name="Mehn, Emmanuel T" userId="S::001117378@tarleton.edu::9dbe82b3-0e34-466d-bcd6-f2dcdf3f8bf0" providerId="AD" clId="Web-{254682E4-2C4E-532F-385F-A1A28395FFF1}"/>
    <pc:docChg chg="modSld">
      <pc:chgData name="Mehn, Emmanuel T" userId="S::001117378@tarleton.edu::9dbe82b3-0e34-466d-bcd6-f2dcdf3f8bf0" providerId="AD" clId="Web-{254682E4-2C4E-532F-385F-A1A28395FFF1}" dt="2026-04-24T16:18:17.360" v="50" actId="20577"/>
      <pc:docMkLst>
        <pc:docMk/>
      </pc:docMkLst>
      <pc:sldChg chg="addSp modSp">
        <pc:chgData name="Mehn, Emmanuel T" userId="S::001117378@tarleton.edu::9dbe82b3-0e34-466d-bcd6-f2dcdf3f8bf0" providerId="AD" clId="Web-{254682E4-2C4E-532F-385F-A1A28395FFF1}" dt="2026-04-24T15:31:39.330" v="33" actId="14100"/>
        <pc:sldMkLst>
          <pc:docMk/>
          <pc:sldMk cId="1850267780" sldId="268"/>
        </pc:sldMkLst>
        <pc:spChg chg="mod">
          <ac:chgData name="Mehn, Emmanuel T" userId="S::001117378@tarleton.edu::9dbe82b3-0e34-466d-bcd6-f2dcdf3f8bf0" providerId="AD" clId="Web-{254682E4-2C4E-532F-385F-A1A28395FFF1}" dt="2026-04-24T15:31:33.565" v="31" actId="20577"/>
          <ac:spMkLst>
            <pc:docMk/>
            <pc:sldMk cId="1850267780" sldId="268"/>
            <ac:spMk id="21" creationId="{85BED65A-AE57-8762-4586-75DB6D847202}"/>
          </ac:spMkLst>
        </pc:spChg>
      </pc:sldChg>
      <pc:sldChg chg="modSp">
        <pc:chgData name="Mehn, Emmanuel T" userId="S::001117378@tarleton.edu::9dbe82b3-0e34-466d-bcd6-f2dcdf3f8bf0" providerId="AD" clId="Web-{254682E4-2C4E-532F-385F-A1A28395FFF1}" dt="2026-04-24T15:17:20.215" v="3" actId="20577"/>
        <pc:sldMkLst>
          <pc:docMk/>
          <pc:sldMk cId="0" sldId="269"/>
        </pc:sldMkLst>
        <pc:spChg chg="mod">
          <ac:chgData name="Mehn, Emmanuel T" userId="S::001117378@tarleton.edu::9dbe82b3-0e34-466d-bcd6-f2dcdf3f8bf0" providerId="AD" clId="Web-{254682E4-2C4E-532F-385F-A1A28395FFF1}" dt="2026-04-24T15:17:20.215" v="3" actId="20577"/>
          <ac:spMkLst>
            <pc:docMk/>
            <pc:sldMk cId="0" sldId="269"/>
            <ac:spMk id="12" creationId="{00000000-0000-0000-0000-000000000000}"/>
          </ac:spMkLst>
        </pc:spChg>
      </pc:sldChg>
      <pc:sldChg chg="modSp">
        <pc:chgData name="Mehn, Emmanuel T" userId="S::001117378@tarleton.edu::9dbe82b3-0e34-466d-bcd6-f2dcdf3f8bf0" providerId="AD" clId="Web-{254682E4-2C4E-532F-385F-A1A28395FFF1}" dt="2026-04-24T16:18:17.360" v="50" actId="20577"/>
        <pc:sldMkLst>
          <pc:docMk/>
          <pc:sldMk cId="1796929763" sldId="271"/>
        </pc:sldMkLst>
        <pc:spChg chg="mod">
          <ac:chgData name="Mehn, Emmanuel T" userId="S::001117378@tarleton.edu::9dbe82b3-0e34-466d-bcd6-f2dcdf3f8bf0" providerId="AD" clId="Web-{254682E4-2C4E-532F-385F-A1A28395FFF1}" dt="2026-04-24T15:18:25.888" v="26" actId="20577"/>
          <ac:spMkLst>
            <pc:docMk/>
            <pc:sldMk cId="1796929763" sldId="271"/>
            <ac:spMk id="17" creationId="{00000000-0000-0000-0000-000000000000}"/>
          </ac:spMkLst>
        </pc:spChg>
        <pc:spChg chg="mod">
          <ac:chgData name="Mehn, Emmanuel T" userId="S::001117378@tarleton.edu::9dbe82b3-0e34-466d-bcd6-f2dcdf3f8bf0" providerId="AD" clId="Web-{254682E4-2C4E-532F-385F-A1A28395FFF1}" dt="2026-04-24T16:18:17.360" v="50" actId="20577"/>
          <ac:spMkLst>
            <pc:docMk/>
            <pc:sldMk cId="1796929763" sldId="271"/>
            <ac:spMk id="20" creationId="{00000000-0000-0000-0000-000000000000}"/>
          </ac:spMkLst>
        </pc:spChg>
      </pc:sldChg>
    </pc:docChg>
  </pc:docChgLst>
  <pc:docChgLst>
    <pc:chgData name="Mehn, Emmanuel T" userId="S::001117378@tarleton.edu::9dbe82b3-0e34-466d-bcd6-f2dcdf3f8bf0" providerId="AD" clId="Web-{0A5C14A3-869A-3C69-EE00-A509750F4184}"/>
    <pc:docChg chg="modSld">
      <pc:chgData name="Mehn, Emmanuel T" userId="S::001117378@tarleton.edu::9dbe82b3-0e34-466d-bcd6-f2dcdf3f8bf0" providerId="AD" clId="Web-{0A5C14A3-869A-3C69-EE00-A509750F4184}" dt="2026-04-24T19:41:36.325" v="810" actId="20577"/>
      <pc:docMkLst>
        <pc:docMk/>
      </pc:docMkLst>
      <pc:sldChg chg="modSp">
        <pc:chgData name="Mehn, Emmanuel T" userId="S::001117378@tarleton.edu::9dbe82b3-0e34-466d-bcd6-f2dcdf3f8bf0" providerId="AD" clId="Web-{0A5C14A3-869A-3C69-EE00-A509750F4184}" dt="2026-04-24T19:41:36.325" v="810" actId="20577"/>
        <pc:sldMkLst>
          <pc:docMk/>
          <pc:sldMk cId="1796929763" sldId="271"/>
        </pc:sldMkLst>
        <pc:spChg chg="mod">
          <ac:chgData name="Mehn, Emmanuel T" userId="S::001117378@tarleton.edu::9dbe82b3-0e34-466d-bcd6-f2dcdf3f8bf0" providerId="AD" clId="Web-{0A5C14A3-869A-3C69-EE00-A509750F4184}" dt="2026-04-24T19:37:59.823" v="712" actId="20577"/>
          <ac:spMkLst>
            <pc:docMk/>
            <pc:sldMk cId="1796929763" sldId="271"/>
            <ac:spMk id="8" creationId="{00000000-0000-0000-0000-000000000000}"/>
          </ac:spMkLst>
        </pc:spChg>
        <pc:spChg chg="mod">
          <ac:chgData name="Mehn, Emmanuel T" userId="S::001117378@tarleton.edu::9dbe82b3-0e34-466d-bcd6-f2dcdf3f8bf0" providerId="AD" clId="Web-{0A5C14A3-869A-3C69-EE00-A509750F4184}" dt="2026-04-24T19:37:47.635" v="711" actId="1076"/>
          <ac:spMkLst>
            <pc:docMk/>
            <pc:sldMk cId="1796929763" sldId="271"/>
            <ac:spMk id="10" creationId="{00000000-0000-0000-0000-000000000000}"/>
          </ac:spMkLst>
        </pc:spChg>
        <pc:spChg chg="mod">
          <ac:chgData name="Mehn, Emmanuel T" userId="S::001117378@tarleton.edu::9dbe82b3-0e34-466d-bcd6-f2dcdf3f8bf0" providerId="AD" clId="Web-{0A5C14A3-869A-3C69-EE00-A509750F4184}" dt="2026-04-24T19:08:07.239" v="441" actId="20577"/>
          <ac:spMkLst>
            <pc:docMk/>
            <pc:sldMk cId="1796929763" sldId="271"/>
            <ac:spMk id="11" creationId="{00000000-0000-0000-0000-000000000000}"/>
          </ac:spMkLst>
        </pc:spChg>
        <pc:spChg chg="mod">
          <ac:chgData name="Mehn, Emmanuel T" userId="S::001117378@tarleton.edu::9dbe82b3-0e34-466d-bcd6-f2dcdf3f8bf0" providerId="AD" clId="Web-{0A5C14A3-869A-3C69-EE00-A509750F4184}" dt="2026-04-24T19:41:36.325" v="810" actId="20577"/>
          <ac:spMkLst>
            <pc:docMk/>
            <pc:sldMk cId="1796929763" sldId="271"/>
            <ac:spMk id="14" creationId="{00000000-0000-0000-0000-000000000000}"/>
          </ac:spMkLst>
        </pc:spChg>
        <pc:spChg chg="mod">
          <ac:chgData name="Mehn, Emmanuel T" userId="S::001117378@tarleton.edu::9dbe82b3-0e34-466d-bcd6-f2dcdf3f8bf0" providerId="AD" clId="Web-{0A5C14A3-869A-3C69-EE00-A509750F4184}" dt="2026-04-24T18:30:00.322" v="263" actId="1076"/>
          <ac:spMkLst>
            <pc:docMk/>
            <pc:sldMk cId="1796929763" sldId="271"/>
            <ac:spMk id="16" creationId="{00000000-0000-0000-0000-000000000000}"/>
          </ac:spMkLst>
        </pc:spChg>
        <pc:spChg chg="mod">
          <ac:chgData name="Mehn, Emmanuel T" userId="S::001117378@tarleton.edu::9dbe82b3-0e34-466d-bcd6-f2dcdf3f8bf0" providerId="AD" clId="Web-{0A5C14A3-869A-3C69-EE00-A509750F4184}" dt="2026-04-24T19:08:22.896" v="451" actId="14100"/>
          <ac:spMkLst>
            <pc:docMk/>
            <pc:sldMk cId="1796929763" sldId="271"/>
            <ac:spMk id="17" creationId="{00000000-0000-0000-0000-000000000000}"/>
          </ac:spMkLst>
        </pc:spChg>
        <pc:spChg chg="mod">
          <ac:chgData name="Mehn, Emmanuel T" userId="S::001117378@tarleton.edu::9dbe82b3-0e34-466d-bcd6-f2dcdf3f8bf0" providerId="AD" clId="Web-{0A5C14A3-869A-3C69-EE00-A509750F4184}" dt="2026-04-24T18:32:09.587" v="281" actId="1076"/>
          <ac:spMkLst>
            <pc:docMk/>
            <pc:sldMk cId="1796929763" sldId="271"/>
            <ac:spMk id="19" creationId="{00000000-0000-0000-0000-000000000000}"/>
          </ac:spMkLst>
        </pc:spChg>
        <pc:spChg chg="mod">
          <ac:chgData name="Mehn, Emmanuel T" userId="S::001117378@tarleton.edu::9dbe82b3-0e34-466d-bcd6-f2dcdf3f8bf0" providerId="AD" clId="Web-{0A5C14A3-869A-3C69-EE00-A509750F4184}" dt="2026-04-24T19:10:47.460" v="609" actId="14100"/>
          <ac:spMkLst>
            <pc:docMk/>
            <pc:sldMk cId="1796929763" sldId="271"/>
            <ac:spMk id="20" creationId="{00000000-0000-0000-0000-000000000000}"/>
          </ac:spMkLst>
        </pc:spChg>
        <pc:spChg chg="mod">
          <ac:chgData name="Mehn, Emmanuel T" userId="S::001117378@tarleton.edu::9dbe82b3-0e34-466d-bcd6-f2dcdf3f8bf0" providerId="AD" clId="Web-{0A5C14A3-869A-3C69-EE00-A509750F4184}" dt="2026-04-24T19:10:55.397" v="610" actId="1076"/>
          <ac:spMkLst>
            <pc:docMk/>
            <pc:sldMk cId="1796929763" sldId="271"/>
            <ac:spMk id="22" creationId="{00000000-0000-0000-0000-000000000000}"/>
          </ac:spMkLst>
        </pc:spChg>
      </pc:sldChg>
    </pc:docChg>
  </pc:docChgLst>
  <pc:docChgLst>
    <pc:chgData name="Banda, Andrew P" userId="29831d33-7f3f-4046-b966-8510ce853b61" providerId="ADAL" clId="{80C0CB89-3823-4966-A8FE-73EB4555F720}"/>
    <pc:docChg chg="undo redo custSel addSld delSld modSld sldOrd">
      <pc:chgData name="Banda, Andrew P" userId="29831d33-7f3f-4046-b966-8510ce853b61" providerId="ADAL" clId="{80C0CB89-3823-4966-A8FE-73EB4555F720}" dt="2026-04-27T16:33:31.349" v="8854" actId="20577"/>
      <pc:docMkLst>
        <pc:docMk/>
      </pc:docMkLst>
      <pc:sldChg chg="modSp mod">
        <pc:chgData name="Banda, Andrew P" userId="29831d33-7f3f-4046-b966-8510ce853b61" providerId="ADAL" clId="{80C0CB89-3823-4966-A8FE-73EB4555F720}" dt="2026-04-27T16:20:11.148" v="8807" actId="20577"/>
        <pc:sldMkLst>
          <pc:docMk/>
          <pc:sldMk cId="0" sldId="256"/>
        </pc:sldMkLst>
        <pc:spChg chg="mod">
          <ac:chgData name="Banda, Andrew P" userId="29831d33-7f3f-4046-b966-8510ce853b61" providerId="ADAL" clId="{80C0CB89-3823-4966-A8FE-73EB4555F720}" dt="2026-04-27T16:20:11.148" v="8807" actId="20577"/>
          <ac:spMkLst>
            <pc:docMk/>
            <pc:sldMk cId="0" sldId="256"/>
            <ac:spMk id="5" creationId="{00000000-0000-0000-0000-000000000000}"/>
          </ac:spMkLst>
        </pc:spChg>
      </pc:sldChg>
      <pc:sldChg chg="addSp delSp modSp mod">
        <pc:chgData name="Banda, Andrew P" userId="29831d33-7f3f-4046-b966-8510ce853b61" providerId="ADAL" clId="{80C0CB89-3823-4966-A8FE-73EB4555F720}" dt="2026-04-26T19:13:30.564" v="5305" actId="20577"/>
        <pc:sldMkLst>
          <pc:docMk/>
          <pc:sldMk cId="0" sldId="258"/>
        </pc:sldMkLst>
        <pc:spChg chg="mod">
          <ac:chgData name="Banda, Andrew P" userId="29831d33-7f3f-4046-b966-8510ce853b61" providerId="ADAL" clId="{80C0CB89-3823-4966-A8FE-73EB4555F720}" dt="2026-04-26T19:13:30.564" v="5305" actId="20577"/>
          <ac:spMkLst>
            <pc:docMk/>
            <pc:sldMk cId="0" sldId="258"/>
            <ac:spMk id="4" creationId="{00000000-0000-0000-0000-000000000000}"/>
          </ac:spMkLst>
        </pc:spChg>
        <pc:spChg chg="mod">
          <ac:chgData name="Banda, Andrew P" userId="29831d33-7f3f-4046-b966-8510ce853b61" providerId="ADAL" clId="{80C0CB89-3823-4966-A8FE-73EB4555F720}" dt="2026-04-26T12:27:21.491" v="4643" actId="1076"/>
          <ac:spMkLst>
            <pc:docMk/>
            <pc:sldMk cId="0" sldId="258"/>
            <ac:spMk id="5" creationId="{00000000-0000-0000-0000-000000000000}"/>
          </ac:spMkLst>
        </pc:spChg>
        <pc:spChg chg="mod">
          <ac:chgData name="Banda, Andrew P" userId="29831d33-7f3f-4046-b966-8510ce853b61" providerId="ADAL" clId="{80C0CB89-3823-4966-A8FE-73EB4555F720}" dt="2026-04-26T12:24:30.151" v="4411" actId="14100"/>
          <ac:spMkLst>
            <pc:docMk/>
            <pc:sldMk cId="0" sldId="258"/>
            <ac:spMk id="8" creationId="{00000000-0000-0000-0000-000000000000}"/>
          </ac:spMkLst>
        </pc:spChg>
        <pc:spChg chg="mod">
          <ac:chgData name="Banda, Andrew P" userId="29831d33-7f3f-4046-b966-8510ce853b61" providerId="ADAL" clId="{80C0CB89-3823-4966-A8FE-73EB4555F720}" dt="2026-04-26T12:27:21.491" v="4643" actId="1076"/>
          <ac:spMkLst>
            <pc:docMk/>
            <pc:sldMk cId="0" sldId="258"/>
            <ac:spMk id="9" creationId="{00000000-0000-0000-0000-000000000000}"/>
          </ac:spMkLst>
        </pc:spChg>
        <pc:spChg chg="mod">
          <ac:chgData name="Banda, Andrew P" userId="29831d33-7f3f-4046-b966-8510ce853b61" providerId="ADAL" clId="{80C0CB89-3823-4966-A8FE-73EB4555F720}" dt="2026-04-26T12:27:21.491" v="4643" actId="1076"/>
          <ac:spMkLst>
            <pc:docMk/>
            <pc:sldMk cId="0" sldId="258"/>
            <ac:spMk id="11" creationId="{00000000-0000-0000-0000-000000000000}"/>
          </ac:spMkLst>
        </pc:spChg>
        <pc:spChg chg="mod">
          <ac:chgData name="Banda, Andrew P" userId="29831d33-7f3f-4046-b966-8510ce853b61" providerId="ADAL" clId="{80C0CB89-3823-4966-A8FE-73EB4555F720}" dt="2026-04-26T12:27:21.491" v="4643" actId="1076"/>
          <ac:spMkLst>
            <pc:docMk/>
            <pc:sldMk cId="0" sldId="258"/>
            <ac:spMk id="15" creationId="{00000000-0000-0000-0000-000000000000}"/>
          </ac:spMkLst>
        </pc:spChg>
        <pc:spChg chg="mod">
          <ac:chgData name="Banda, Andrew P" userId="29831d33-7f3f-4046-b966-8510ce853b61" providerId="ADAL" clId="{80C0CB89-3823-4966-A8FE-73EB4555F720}" dt="2026-04-26T12:27:21.491" v="4643" actId="1076"/>
          <ac:spMkLst>
            <pc:docMk/>
            <pc:sldMk cId="0" sldId="258"/>
            <ac:spMk id="16" creationId="{00000000-0000-0000-0000-000000000000}"/>
          </ac:spMkLst>
        </pc:spChg>
        <pc:spChg chg="mod">
          <ac:chgData name="Banda, Andrew P" userId="29831d33-7f3f-4046-b966-8510ce853b61" providerId="ADAL" clId="{80C0CB89-3823-4966-A8FE-73EB4555F720}" dt="2026-04-26T12:27:21.491" v="4643" actId="1076"/>
          <ac:spMkLst>
            <pc:docMk/>
            <pc:sldMk cId="0" sldId="258"/>
            <ac:spMk id="17" creationId="{00000000-0000-0000-0000-000000000000}"/>
          </ac:spMkLst>
        </pc:spChg>
        <pc:spChg chg="mod">
          <ac:chgData name="Banda, Andrew P" userId="29831d33-7f3f-4046-b966-8510ce853b61" providerId="ADAL" clId="{80C0CB89-3823-4966-A8FE-73EB4555F720}" dt="2026-04-26T12:27:21.491" v="4643" actId="1076"/>
          <ac:spMkLst>
            <pc:docMk/>
            <pc:sldMk cId="0" sldId="258"/>
            <ac:spMk id="18" creationId="{00000000-0000-0000-0000-000000000000}"/>
          </ac:spMkLst>
        </pc:spChg>
        <pc:spChg chg="mod">
          <ac:chgData name="Banda, Andrew P" userId="29831d33-7f3f-4046-b966-8510ce853b61" providerId="ADAL" clId="{80C0CB89-3823-4966-A8FE-73EB4555F720}" dt="2026-04-24T04:48:54.089" v="1048" actId="14100"/>
          <ac:spMkLst>
            <pc:docMk/>
            <pc:sldMk cId="0" sldId="258"/>
            <ac:spMk id="19" creationId="{00000000-0000-0000-0000-000000000000}"/>
          </ac:spMkLst>
        </pc:spChg>
        <pc:spChg chg="mod">
          <ac:chgData name="Banda, Andrew P" userId="29831d33-7f3f-4046-b966-8510ce853b61" providerId="ADAL" clId="{80C0CB89-3823-4966-A8FE-73EB4555F720}" dt="2026-04-26T12:27:21.491" v="4643" actId="1076"/>
          <ac:spMkLst>
            <pc:docMk/>
            <pc:sldMk cId="0" sldId="258"/>
            <ac:spMk id="20" creationId="{00000000-0000-0000-0000-000000000000}"/>
          </ac:spMkLst>
        </pc:spChg>
        <pc:spChg chg="mod">
          <ac:chgData name="Banda, Andrew P" userId="29831d33-7f3f-4046-b966-8510ce853b61" providerId="ADAL" clId="{80C0CB89-3823-4966-A8FE-73EB4555F720}" dt="2026-04-24T04:48:27.083" v="1043" actId="1076"/>
          <ac:spMkLst>
            <pc:docMk/>
            <pc:sldMk cId="0" sldId="258"/>
            <ac:spMk id="21" creationId="{00000000-0000-0000-0000-000000000000}"/>
          </ac:spMkLst>
        </pc:spChg>
        <pc:spChg chg="mod">
          <ac:chgData name="Banda, Andrew P" userId="29831d33-7f3f-4046-b966-8510ce853b61" providerId="ADAL" clId="{80C0CB89-3823-4966-A8FE-73EB4555F720}" dt="2026-04-24T04:48:34.700" v="1044" actId="1076"/>
          <ac:spMkLst>
            <pc:docMk/>
            <pc:sldMk cId="0" sldId="258"/>
            <ac:spMk id="22" creationId="{00000000-0000-0000-0000-000000000000}"/>
          </ac:spMkLst>
        </pc:spChg>
        <pc:spChg chg="mod">
          <ac:chgData name="Banda, Andrew P" userId="29831d33-7f3f-4046-b966-8510ce853b61" providerId="ADAL" clId="{80C0CB89-3823-4966-A8FE-73EB4555F720}" dt="2026-04-24T04:49:07.847" v="1049" actId="14100"/>
          <ac:spMkLst>
            <pc:docMk/>
            <pc:sldMk cId="0" sldId="258"/>
            <ac:spMk id="23" creationId="{00000000-0000-0000-0000-000000000000}"/>
          </ac:spMkLst>
        </pc:spChg>
        <pc:spChg chg="mod">
          <ac:chgData name="Banda, Andrew P" userId="29831d33-7f3f-4046-b966-8510ce853b61" providerId="ADAL" clId="{80C0CB89-3823-4966-A8FE-73EB4555F720}" dt="2026-04-24T04:47:30.007" v="1037" actId="1076"/>
          <ac:spMkLst>
            <pc:docMk/>
            <pc:sldMk cId="0" sldId="258"/>
            <ac:spMk id="24" creationId="{00000000-0000-0000-0000-000000000000}"/>
          </ac:spMkLst>
        </pc:spChg>
        <pc:spChg chg="mod">
          <ac:chgData name="Banda, Andrew P" userId="29831d33-7f3f-4046-b966-8510ce853b61" providerId="ADAL" clId="{80C0CB89-3823-4966-A8FE-73EB4555F720}" dt="2026-04-26T12:27:21.491" v="4643" actId="1076"/>
          <ac:spMkLst>
            <pc:docMk/>
            <pc:sldMk cId="0" sldId="258"/>
            <ac:spMk id="25" creationId="{00000000-0000-0000-0000-000000000000}"/>
          </ac:spMkLst>
        </pc:spChg>
        <pc:spChg chg="mod">
          <ac:chgData name="Banda, Andrew P" userId="29831d33-7f3f-4046-b966-8510ce853b61" providerId="ADAL" clId="{80C0CB89-3823-4966-A8FE-73EB4555F720}" dt="2026-04-26T12:27:21.491" v="4643" actId="1076"/>
          <ac:spMkLst>
            <pc:docMk/>
            <pc:sldMk cId="0" sldId="258"/>
            <ac:spMk id="39" creationId="{00000000-0000-0000-0000-000000000000}"/>
          </ac:spMkLst>
        </pc:spChg>
        <pc:spChg chg="add mod">
          <ac:chgData name="Banda, Andrew P" userId="29831d33-7f3f-4046-b966-8510ce853b61" providerId="ADAL" clId="{80C0CB89-3823-4966-A8FE-73EB4555F720}" dt="2026-04-26T12:34:26.574" v="5295" actId="14100"/>
          <ac:spMkLst>
            <pc:docMk/>
            <pc:sldMk cId="0" sldId="258"/>
            <ac:spMk id="41" creationId="{AF994528-B43D-AB50-0D1A-827C77A88BE1}"/>
          </ac:spMkLst>
        </pc:spChg>
        <pc:spChg chg="add mod">
          <ac:chgData name="Banda, Andrew P" userId="29831d33-7f3f-4046-b966-8510ce853b61" providerId="ADAL" clId="{80C0CB89-3823-4966-A8FE-73EB4555F720}" dt="2026-04-26T12:34:26.574" v="5295" actId="14100"/>
          <ac:spMkLst>
            <pc:docMk/>
            <pc:sldMk cId="0" sldId="258"/>
            <ac:spMk id="42" creationId="{A7C7D977-7451-C793-125B-05A4FE619A6D}"/>
          </ac:spMkLst>
        </pc:spChg>
        <pc:spChg chg="add mod">
          <ac:chgData name="Banda, Andrew P" userId="29831d33-7f3f-4046-b966-8510ce853b61" providerId="ADAL" clId="{80C0CB89-3823-4966-A8FE-73EB4555F720}" dt="2026-04-26T12:34:26.574" v="5295" actId="14100"/>
          <ac:spMkLst>
            <pc:docMk/>
            <pc:sldMk cId="0" sldId="258"/>
            <ac:spMk id="43" creationId="{BD06E667-21A4-7FE6-E8C3-6F5D1ECA1C75}"/>
          </ac:spMkLst>
        </pc:spChg>
        <pc:spChg chg="mod">
          <ac:chgData name="Banda, Andrew P" userId="29831d33-7f3f-4046-b966-8510ce853b61" providerId="ADAL" clId="{80C0CB89-3823-4966-A8FE-73EB4555F720}" dt="2026-04-26T12:19:56.679" v="4051" actId="1076"/>
          <ac:spMkLst>
            <pc:docMk/>
            <pc:sldMk cId="0" sldId="258"/>
            <ac:spMk id="44" creationId="{F69F4988-FF6A-E66B-EEC1-9A5F4C2AB5E1}"/>
          </ac:spMkLst>
        </pc:spChg>
        <pc:spChg chg="add mod">
          <ac:chgData name="Banda, Andrew P" userId="29831d33-7f3f-4046-b966-8510ce853b61" providerId="ADAL" clId="{80C0CB89-3823-4966-A8FE-73EB4555F720}" dt="2026-04-26T12:34:26.574" v="5295" actId="14100"/>
          <ac:spMkLst>
            <pc:docMk/>
            <pc:sldMk cId="0" sldId="258"/>
            <ac:spMk id="45" creationId="{CDBF1F3D-F02D-F5FD-3EC1-9B95BE8E1737}"/>
          </ac:spMkLst>
        </pc:spChg>
        <pc:spChg chg="add mod">
          <ac:chgData name="Banda, Andrew P" userId="29831d33-7f3f-4046-b966-8510ce853b61" providerId="ADAL" clId="{80C0CB89-3823-4966-A8FE-73EB4555F720}" dt="2026-04-26T12:34:26.574" v="5295" actId="14100"/>
          <ac:spMkLst>
            <pc:docMk/>
            <pc:sldMk cId="0" sldId="258"/>
            <ac:spMk id="46" creationId="{BA011183-ED4A-6486-616C-2F4B015043A8}"/>
          </ac:spMkLst>
        </pc:spChg>
        <pc:spChg chg="mod">
          <ac:chgData name="Banda, Andrew P" userId="29831d33-7f3f-4046-b966-8510ce853b61" providerId="ADAL" clId="{80C0CB89-3823-4966-A8FE-73EB4555F720}" dt="2026-04-26T12:19:56.679" v="4051" actId="1076"/>
          <ac:spMkLst>
            <pc:docMk/>
            <pc:sldMk cId="0" sldId="258"/>
            <ac:spMk id="47" creationId="{18CFABFE-630C-1DC5-F4F2-984E1B133168}"/>
          </ac:spMkLst>
        </pc:spChg>
        <pc:spChg chg="add mod">
          <ac:chgData name="Banda, Andrew P" userId="29831d33-7f3f-4046-b966-8510ce853b61" providerId="ADAL" clId="{80C0CB89-3823-4966-A8FE-73EB4555F720}" dt="2026-04-26T12:34:26.574" v="5295" actId="14100"/>
          <ac:spMkLst>
            <pc:docMk/>
            <pc:sldMk cId="0" sldId="258"/>
            <ac:spMk id="48" creationId="{34888048-824B-4055-FE7E-A7EB132BD92B}"/>
          </ac:spMkLst>
        </pc:spChg>
        <pc:spChg chg="add mod">
          <ac:chgData name="Banda, Andrew P" userId="29831d33-7f3f-4046-b966-8510ce853b61" providerId="ADAL" clId="{80C0CB89-3823-4966-A8FE-73EB4555F720}" dt="2026-04-26T12:34:26.574" v="5295" actId="14100"/>
          <ac:spMkLst>
            <pc:docMk/>
            <pc:sldMk cId="0" sldId="258"/>
            <ac:spMk id="49" creationId="{F542EC0F-5E34-F048-5A02-DC2673571EEE}"/>
          </ac:spMkLst>
        </pc:spChg>
        <pc:spChg chg="add mod">
          <ac:chgData name="Banda, Andrew P" userId="29831d33-7f3f-4046-b966-8510ce853b61" providerId="ADAL" clId="{80C0CB89-3823-4966-A8FE-73EB4555F720}" dt="2026-04-26T12:34:26.574" v="5295" actId="14100"/>
          <ac:spMkLst>
            <pc:docMk/>
            <pc:sldMk cId="0" sldId="258"/>
            <ac:spMk id="50" creationId="{D4276105-B0D9-5BB9-7D9A-0DAD948B636C}"/>
          </ac:spMkLst>
        </pc:spChg>
        <pc:spChg chg="add mod">
          <ac:chgData name="Banda, Andrew P" userId="29831d33-7f3f-4046-b966-8510ce853b61" providerId="ADAL" clId="{80C0CB89-3823-4966-A8FE-73EB4555F720}" dt="2026-04-26T12:34:26.574" v="5295" actId="14100"/>
          <ac:spMkLst>
            <pc:docMk/>
            <pc:sldMk cId="0" sldId="258"/>
            <ac:spMk id="51" creationId="{CB22B8E4-C1AD-9F2D-D69C-CE7F9453A80A}"/>
          </ac:spMkLst>
        </pc:spChg>
        <pc:spChg chg="add mod">
          <ac:chgData name="Banda, Andrew P" userId="29831d33-7f3f-4046-b966-8510ce853b61" providerId="ADAL" clId="{80C0CB89-3823-4966-A8FE-73EB4555F720}" dt="2026-04-26T12:34:26.574" v="5295" actId="14100"/>
          <ac:spMkLst>
            <pc:docMk/>
            <pc:sldMk cId="0" sldId="258"/>
            <ac:spMk id="52" creationId="{891AFE17-A2BA-C271-5B6B-49C87FD8B734}"/>
          </ac:spMkLst>
        </pc:spChg>
        <pc:spChg chg="add mod">
          <ac:chgData name="Banda, Andrew P" userId="29831d33-7f3f-4046-b966-8510ce853b61" providerId="ADAL" clId="{80C0CB89-3823-4966-A8FE-73EB4555F720}" dt="2026-04-26T12:34:32.643" v="5296" actId="255"/>
          <ac:spMkLst>
            <pc:docMk/>
            <pc:sldMk cId="0" sldId="258"/>
            <ac:spMk id="53" creationId="{C83103D9-3D91-7B3B-BF92-95437FB58AE0}"/>
          </ac:spMkLst>
        </pc:spChg>
      </pc:sldChg>
      <pc:sldChg chg="ord">
        <pc:chgData name="Banda, Andrew P" userId="29831d33-7f3f-4046-b966-8510ce853b61" providerId="ADAL" clId="{80C0CB89-3823-4966-A8FE-73EB4555F720}" dt="2026-04-26T12:01:41.330" v="4021"/>
        <pc:sldMkLst>
          <pc:docMk/>
          <pc:sldMk cId="0" sldId="259"/>
        </pc:sldMkLst>
      </pc:sldChg>
      <pc:sldChg chg="addSp delSp modSp add del mod setBg">
        <pc:chgData name="Banda, Andrew P" userId="29831d33-7f3f-4046-b966-8510ce853b61" providerId="ADAL" clId="{80C0CB89-3823-4966-A8FE-73EB4555F720}" dt="2026-04-27T16:33:31.349" v="8854" actId="20577"/>
        <pc:sldMkLst>
          <pc:docMk/>
          <pc:sldMk cId="0" sldId="260"/>
        </pc:sldMkLst>
        <pc:spChg chg="mod">
          <ac:chgData name="Banda, Andrew P" userId="29831d33-7f3f-4046-b966-8510ce853b61" providerId="ADAL" clId="{80C0CB89-3823-4966-A8FE-73EB4555F720}" dt="2026-04-27T15:48:16.493" v="8775" actId="20577"/>
          <ac:spMkLst>
            <pc:docMk/>
            <pc:sldMk cId="0" sldId="260"/>
            <ac:spMk id="4" creationId="{00000000-0000-0000-0000-000000000000}"/>
          </ac:spMkLst>
        </pc:spChg>
        <pc:spChg chg="mod">
          <ac:chgData name="Banda, Andrew P" userId="29831d33-7f3f-4046-b966-8510ce853b61" providerId="ADAL" clId="{80C0CB89-3823-4966-A8FE-73EB4555F720}" dt="2026-04-26T20:09:05.620" v="8066" actId="20577"/>
          <ac:spMkLst>
            <pc:docMk/>
            <pc:sldMk cId="0" sldId="260"/>
            <ac:spMk id="5" creationId="{00000000-0000-0000-0000-000000000000}"/>
          </ac:spMkLst>
        </pc:spChg>
        <pc:spChg chg="mod">
          <ac:chgData name="Banda, Andrew P" userId="29831d33-7f3f-4046-b966-8510ce853b61" providerId="ADAL" clId="{80C0CB89-3823-4966-A8FE-73EB4555F720}" dt="2026-04-26T20:10:47.224" v="8069" actId="1076"/>
          <ac:spMkLst>
            <pc:docMk/>
            <pc:sldMk cId="0" sldId="260"/>
            <ac:spMk id="6" creationId="{00000000-0000-0000-0000-000000000000}"/>
          </ac:spMkLst>
        </pc:spChg>
        <pc:spChg chg="mod">
          <ac:chgData name="Banda, Andrew P" userId="29831d33-7f3f-4046-b966-8510ce853b61" providerId="ADAL" clId="{80C0CB89-3823-4966-A8FE-73EB4555F720}" dt="2026-04-26T20:10:47.224" v="8069" actId="1076"/>
          <ac:spMkLst>
            <pc:docMk/>
            <pc:sldMk cId="0" sldId="260"/>
            <ac:spMk id="7" creationId="{00000000-0000-0000-0000-000000000000}"/>
          </ac:spMkLst>
        </pc:spChg>
        <pc:spChg chg="mod">
          <ac:chgData name="Banda, Andrew P" userId="29831d33-7f3f-4046-b966-8510ce853b61" providerId="ADAL" clId="{80C0CB89-3823-4966-A8FE-73EB4555F720}" dt="2026-04-26T20:10:47.224" v="8069" actId="1076"/>
          <ac:spMkLst>
            <pc:docMk/>
            <pc:sldMk cId="0" sldId="260"/>
            <ac:spMk id="8" creationId="{00000000-0000-0000-0000-000000000000}"/>
          </ac:spMkLst>
        </pc:spChg>
        <pc:spChg chg="mod">
          <ac:chgData name="Banda, Andrew P" userId="29831d33-7f3f-4046-b966-8510ce853b61" providerId="ADAL" clId="{80C0CB89-3823-4966-A8FE-73EB4555F720}" dt="2026-04-26T20:10:47.224" v="8069" actId="1076"/>
          <ac:spMkLst>
            <pc:docMk/>
            <pc:sldMk cId="0" sldId="260"/>
            <ac:spMk id="9" creationId="{00000000-0000-0000-0000-000000000000}"/>
          </ac:spMkLst>
        </pc:spChg>
        <pc:spChg chg="mod">
          <ac:chgData name="Banda, Andrew P" userId="29831d33-7f3f-4046-b966-8510ce853b61" providerId="ADAL" clId="{80C0CB89-3823-4966-A8FE-73EB4555F720}" dt="2026-04-26T20:10:47.224" v="8069" actId="1076"/>
          <ac:spMkLst>
            <pc:docMk/>
            <pc:sldMk cId="0" sldId="260"/>
            <ac:spMk id="10" creationId="{00000000-0000-0000-0000-000000000000}"/>
          </ac:spMkLst>
        </pc:spChg>
        <pc:spChg chg="mod">
          <ac:chgData name="Banda, Andrew P" userId="29831d33-7f3f-4046-b966-8510ce853b61" providerId="ADAL" clId="{80C0CB89-3823-4966-A8FE-73EB4555F720}" dt="2026-04-27T16:33:31.349" v="8854" actId="20577"/>
          <ac:spMkLst>
            <pc:docMk/>
            <pc:sldMk cId="0" sldId="260"/>
            <ac:spMk id="11" creationId="{00000000-0000-0000-0000-000000000000}"/>
          </ac:spMkLst>
        </pc:spChg>
        <pc:spChg chg="mod">
          <ac:chgData name="Banda, Andrew P" userId="29831d33-7f3f-4046-b966-8510ce853b61" providerId="ADAL" clId="{80C0CB89-3823-4966-A8FE-73EB4555F720}" dt="2026-04-26T20:10:47.224" v="8069" actId="1076"/>
          <ac:spMkLst>
            <pc:docMk/>
            <pc:sldMk cId="0" sldId="260"/>
            <ac:spMk id="12" creationId="{00000000-0000-0000-0000-000000000000}"/>
          </ac:spMkLst>
        </pc:spChg>
        <pc:spChg chg="mod">
          <ac:chgData name="Banda, Andrew P" userId="29831d33-7f3f-4046-b966-8510ce853b61" providerId="ADAL" clId="{80C0CB89-3823-4966-A8FE-73EB4555F720}" dt="2026-04-26T20:25:42.837" v="8743" actId="20577"/>
          <ac:spMkLst>
            <pc:docMk/>
            <pc:sldMk cId="0" sldId="260"/>
            <ac:spMk id="13" creationId="{00000000-0000-0000-0000-000000000000}"/>
          </ac:spMkLst>
        </pc:spChg>
        <pc:spChg chg="mod">
          <ac:chgData name="Banda, Andrew P" userId="29831d33-7f3f-4046-b966-8510ce853b61" providerId="ADAL" clId="{80C0CB89-3823-4966-A8FE-73EB4555F720}" dt="2026-04-26T20:19:43.637" v="8522" actId="20577"/>
          <ac:spMkLst>
            <pc:docMk/>
            <pc:sldMk cId="0" sldId="260"/>
            <ac:spMk id="15" creationId="{00000000-0000-0000-0000-000000000000}"/>
          </ac:spMkLst>
        </pc:spChg>
        <pc:spChg chg="mod">
          <ac:chgData name="Banda, Andrew P" userId="29831d33-7f3f-4046-b966-8510ce853b61" providerId="ADAL" clId="{80C0CB89-3823-4966-A8FE-73EB4555F720}" dt="2026-04-26T20:11:31.125" v="8072" actId="1076"/>
          <ac:spMkLst>
            <pc:docMk/>
            <pc:sldMk cId="0" sldId="260"/>
            <ac:spMk id="16" creationId="{00000000-0000-0000-0000-000000000000}"/>
          </ac:spMkLst>
        </pc:spChg>
        <pc:spChg chg="mod">
          <ac:chgData name="Banda, Andrew P" userId="29831d33-7f3f-4046-b966-8510ce853b61" providerId="ADAL" clId="{80C0CB89-3823-4966-A8FE-73EB4555F720}" dt="2026-04-26T20:11:31.125" v="8072" actId="1076"/>
          <ac:spMkLst>
            <pc:docMk/>
            <pc:sldMk cId="0" sldId="260"/>
            <ac:spMk id="17" creationId="{00000000-0000-0000-0000-000000000000}"/>
          </ac:spMkLst>
        </pc:spChg>
        <pc:spChg chg="add mod">
          <ac:chgData name="Banda, Andrew P" userId="29831d33-7f3f-4046-b966-8510ce853b61" providerId="ADAL" clId="{80C0CB89-3823-4966-A8FE-73EB4555F720}" dt="2026-04-26T20:11:58.596" v="8104" actId="20577"/>
          <ac:spMkLst>
            <pc:docMk/>
            <pc:sldMk cId="0" sldId="260"/>
            <ac:spMk id="19" creationId="{11DB2AA6-7203-7D6A-19AE-A2EAB94D03B3}"/>
          </ac:spMkLst>
        </pc:spChg>
        <pc:spChg chg="add mod">
          <ac:chgData name="Banda, Andrew P" userId="29831d33-7f3f-4046-b966-8510ce853b61" providerId="ADAL" clId="{80C0CB89-3823-4966-A8FE-73EB4555F720}" dt="2026-04-26T20:18:58.219" v="8422" actId="20577"/>
          <ac:spMkLst>
            <pc:docMk/>
            <pc:sldMk cId="0" sldId="260"/>
            <ac:spMk id="21" creationId="{E6D86462-6021-5C88-9747-0F146BC53B6C}"/>
          </ac:spMkLst>
        </pc:spChg>
        <pc:spChg chg="add mod">
          <ac:chgData name="Banda, Andrew P" userId="29831d33-7f3f-4046-b966-8510ce853b61" providerId="ADAL" clId="{80C0CB89-3823-4966-A8FE-73EB4555F720}" dt="2026-04-26T20:19:30.445" v="8493" actId="20577"/>
          <ac:spMkLst>
            <pc:docMk/>
            <pc:sldMk cId="0" sldId="260"/>
            <ac:spMk id="23" creationId="{61EC1977-6946-CB82-5CCE-D3BC680686E2}"/>
          </ac:spMkLst>
        </pc:spChg>
        <pc:spChg chg="add mod">
          <ac:chgData name="Banda, Andrew P" userId="29831d33-7f3f-4046-b966-8510ce853b61" providerId="ADAL" clId="{80C0CB89-3823-4966-A8FE-73EB4555F720}" dt="2026-04-26T20:20:17.374" v="8587" actId="20577"/>
          <ac:spMkLst>
            <pc:docMk/>
            <pc:sldMk cId="0" sldId="260"/>
            <ac:spMk id="25" creationId="{BC1AD974-EA49-B2EB-26C6-BF07B22C3791}"/>
          </ac:spMkLst>
        </pc:spChg>
        <pc:spChg chg="add mod">
          <ac:chgData name="Banda, Andrew P" userId="29831d33-7f3f-4046-b966-8510ce853b61" providerId="ADAL" clId="{80C0CB89-3823-4966-A8FE-73EB4555F720}" dt="2026-04-26T20:20:44.514" v="8674" actId="20577"/>
          <ac:spMkLst>
            <pc:docMk/>
            <pc:sldMk cId="0" sldId="260"/>
            <ac:spMk id="27" creationId="{72DED53C-6718-8957-4C7D-57A874597C2F}"/>
          </ac:spMkLst>
        </pc:spChg>
        <pc:spChg chg="add mod">
          <ac:chgData name="Banda, Andrew P" userId="29831d33-7f3f-4046-b966-8510ce853b61" providerId="ADAL" clId="{80C0CB89-3823-4966-A8FE-73EB4555F720}" dt="2026-04-26T20:16:31.753" v="8265" actId="207"/>
          <ac:spMkLst>
            <pc:docMk/>
            <pc:sldMk cId="0" sldId="260"/>
            <ac:spMk id="29" creationId="{4B5F3E24-E9AF-5C9A-E32B-67AF5725D9B8}"/>
          </ac:spMkLst>
        </pc:spChg>
        <pc:spChg chg="add mod">
          <ac:chgData name="Banda, Andrew P" userId="29831d33-7f3f-4046-b966-8510ce853b61" providerId="ADAL" clId="{80C0CB89-3823-4966-A8FE-73EB4555F720}" dt="2026-04-26T20:17:45.668" v="8338" actId="1076"/>
          <ac:spMkLst>
            <pc:docMk/>
            <pc:sldMk cId="0" sldId="260"/>
            <ac:spMk id="30" creationId="{0134133E-9892-E4B3-2268-1D08D15197E5}"/>
          </ac:spMkLst>
        </pc:spChg>
        <pc:spChg chg="add mod">
          <ac:chgData name="Banda, Andrew P" userId="29831d33-7f3f-4046-b966-8510ce853b61" providerId="ADAL" clId="{80C0CB89-3823-4966-A8FE-73EB4555F720}" dt="2026-04-26T20:17:31.551" v="8336" actId="1076"/>
          <ac:spMkLst>
            <pc:docMk/>
            <pc:sldMk cId="0" sldId="260"/>
            <ac:spMk id="31" creationId="{29145298-F989-4CB5-536C-D5B9C52C0E17}"/>
          </ac:spMkLst>
        </pc:spChg>
        <pc:spChg chg="add mod">
          <ac:chgData name="Banda, Andrew P" userId="29831d33-7f3f-4046-b966-8510ce853b61" providerId="ADAL" clId="{80C0CB89-3823-4966-A8FE-73EB4555F720}" dt="2026-04-26T20:17:56.815" v="8341" actId="1076"/>
          <ac:spMkLst>
            <pc:docMk/>
            <pc:sldMk cId="0" sldId="260"/>
            <ac:spMk id="32" creationId="{580C536C-5380-DDD1-F18E-0372C014432F}"/>
          </ac:spMkLst>
        </pc:spChg>
        <pc:spChg chg="add mod">
          <ac:chgData name="Banda, Andrew P" userId="29831d33-7f3f-4046-b966-8510ce853b61" providerId="ADAL" clId="{80C0CB89-3823-4966-A8FE-73EB4555F720}" dt="2026-04-26T20:18:10.057" v="8344" actId="1076"/>
          <ac:spMkLst>
            <pc:docMk/>
            <pc:sldMk cId="0" sldId="260"/>
            <ac:spMk id="33" creationId="{160BAE10-A2A6-7747-8FED-6B4C2BCCC38F}"/>
          </ac:spMkLst>
        </pc:spChg>
      </pc:sldChg>
      <pc:sldChg chg="addSp delSp modSp mod">
        <pc:chgData name="Banda, Andrew P" userId="29831d33-7f3f-4046-b966-8510ce853b61" providerId="ADAL" clId="{80C0CB89-3823-4966-A8FE-73EB4555F720}" dt="2026-04-26T12:10:14.836" v="4025" actId="20577"/>
        <pc:sldMkLst>
          <pc:docMk/>
          <pc:sldMk cId="0" sldId="264"/>
        </pc:sldMkLst>
        <pc:spChg chg="mod">
          <ac:chgData name="Banda, Andrew P" userId="29831d33-7f3f-4046-b966-8510ce853b61" providerId="ADAL" clId="{80C0CB89-3823-4966-A8FE-73EB4555F720}" dt="2026-04-26T10:54:24.451" v="1103" actId="1076"/>
          <ac:spMkLst>
            <pc:docMk/>
            <pc:sldMk cId="0" sldId="264"/>
            <ac:spMk id="2" creationId="{00000000-0000-0000-0000-000000000000}"/>
          </ac:spMkLst>
        </pc:spChg>
        <pc:spChg chg="mod">
          <ac:chgData name="Banda, Andrew P" userId="29831d33-7f3f-4046-b966-8510ce853b61" providerId="ADAL" clId="{80C0CB89-3823-4966-A8FE-73EB4555F720}" dt="2026-04-26T10:56:33.277" v="1256" actId="1076"/>
          <ac:spMkLst>
            <pc:docMk/>
            <pc:sldMk cId="0" sldId="264"/>
            <ac:spMk id="4" creationId="{00000000-0000-0000-0000-000000000000}"/>
          </ac:spMkLst>
        </pc:spChg>
        <pc:spChg chg="mod">
          <ac:chgData name="Banda, Andrew P" userId="29831d33-7f3f-4046-b966-8510ce853b61" providerId="ADAL" clId="{80C0CB89-3823-4966-A8FE-73EB4555F720}" dt="2026-04-24T02:52:08.698" v="881" actId="207"/>
          <ac:spMkLst>
            <pc:docMk/>
            <pc:sldMk cId="0" sldId="264"/>
            <ac:spMk id="6" creationId="{00000000-0000-0000-0000-000000000000}"/>
          </ac:spMkLst>
        </pc:spChg>
        <pc:spChg chg="mod">
          <ac:chgData name="Banda, Andrew P" userId="29831d33-7f3f-4046-b966-8510ce853b61" providerId="ADAL" clId="{80C0CB89-3823-4966-A8FE-73EB4555F720}" dt="2026-04-26T10:52:46.395" v="1101" actId="20577"/>
          <ac:spMkLst>
            <pc:docMk/>
            <pc:sldMk cId="0" sldId="264"/>
            <ac:spMk id="16" creationId="{00000000-0000-0000-0000-000000000000}"/>
          </ac:spMkLst>
        </pc:spChg>
        <pc:spChg chg="mod">
          <ac:chgData name="Banda, Andrew P" userId="29831d33-7f3f-4046-b966-8510ce853b61" providerId="ADAL" clId="{80C0CB89-3823-4966-A8FE-73EB4555F720}" dt="2026-04-26T11:11:21.538" v="2856" actId="20577"/>
          <ac:spMkLst>
            <pc:docMk/>
            <pc:sldMk cId="0" sldId="264"/>
            <ac:spMk id="19" creationId="{00000000-0000-0000-0000-000000000000}"/>
          </ac:spMkLst>
        </pc:spChg>
        <pc:spChg chg="mod">
          <ac:chgData name="Banda, Andrew P" userId="29831d33-7f3f-4046-b966-8510ce853b61" providerId="ADAL" clId="{80C0CB89-3823-4966-A8FE-73EB4555F720}" dt="2026-04-26T11:09:25.635" v="2695" actId="1076"/>
          <ac:spMkLst>
            <pc:docMk/>
            <pc:sldMk cId="0" sldId="264"/>
            <ac:spMk id="21" creationId="{00000000-0000-0000-0000-000000000000}"/>
          </ac:spMkLst>
        </pc:spChg>
        <pc:spChg chg="mod">
          <ac:chgData name="Banda, Andrew P" userId="29831d33-7f3f-4046-b966-8510ce853b61" providerId="ADAL" clId="{80C0CB89-3823-4966-A8FE-73EB4555F720}" dt="2026-04-26T11:09:25.635" v="2695" actId="1076"/>
          <ac:spMkLst>
            <pc:docMk/>
            <pc:sldMk cId="0" sldId="264"/>
            <ac:spMk id="23" creationId="{00000000-0000-0000-0000-000000000000}"/>
          </ac:spMkLst>
        </pc:spChg>
        <pc:spChg chg="mod">
          <ac:chgData name="Banda, Andrew P" userId="29831d33-7f3f-4046-b966-8510ce853b61" providerId="ADAL" clId="{80C0CB89-3823-4966-A8FE-73EB4555F720}" dt="2026-04-26T11:23:58.075" v="3670" actId="1076"/>
          <ac:spMkLst>
            <pc:docMk/>
            <pc:sldMk cId="0" sldId="264"/>
            <ac:spMk id="25" creationId="{00000000-0000-0000-0000-000000000000}"/>
          </ac:spMkLst>
        </pc:spChg>
        <pc:spChg chg="add mod">
          <ac:chgData name="Banda, Andrew P" userId="29831d33-7f3f-4046-b966-8510ce853b61" providerId="ADAL" clId="{80C0CB89-3823-4966-A8FE-73EB4555F720}" dt="2026-04-26T11:24:11.418" v="3675" actId="20577"/>
          <ac:spMkLst>
            <pc:docMk/>
            <pc:sldMk cId="0" sldId="264"/>
            <ac:spMk id="30" creationId="{357FCBC9-229F-4AAD-ADD9-7F741F0345D9}"/>
          </ac:spMkLst>
        </pc:spChg>
        <pc:spChg chg="add mod">
          <ac:chgData name="Banda, Andrew P" userId="29831d33-7f3f-4046-b966-8510ce853b61" providerId="ADAL" clId="{80C0CB89-3823-4966-A8FE-73EB4555F720}" dt="2026-04-26T12:10:14.836" v="4025" actId="20577"/>
          <ac:spMkLst>
            <pc:docMk/>
            <pc:sldMk cId="0" sldId="264"/>
            <ac:spMk id="31" creationId="{11B2A896-5C64-425B-0CAC-722DF86A7BE4}"/>
          </ac:spMkLst>
        </pc:spChg>
        <pc:spChg chg="add mod">
          <ac:chgData name="Banda, Andrew P" userId="29831d33-7f3f-4046-b966-8510ce853b61" providerId="ADAL" clId="{80C0CB89-3823-4966-A8FE-73EB4555F720}" dt="2026-04-26T11:09:42.178" v="2710" actId="20577"/>
          <ac:spMkLst>
            <pc:docMk/>
            <pc:sldMk cId="0" sldId="264"/>
            <ac:spMk id="32" creationId="{438AE722-515D-5134-FF71-FE0C862E82DD}"/>
          </ac:spMkLst>
        </pc:spChg>
        <pc:spChg chg="add mod">
          <ac:chgData name="Banda, Andrew P" userId="29831d33-7f3f-4046-b966-8510ce853b61" providerId="ADAL" clId="{80C0CB89-3823-4966-A8FE-73EB4555F720}" dt="2026-04-26T11:14:01.239" v="3122" actId="20577"/>
          <ac:spMkLst>
            <pc:docMk/>
            <pc:sldMk cId="0" sldId="264"/>
            <ac:spMk id="33" creationId="{F9EDB10C-DBC7-FB1D-83F1-D046ABCB9830}"/>
          </ac:spMkLst>
        </pc:spChg>
      </pc:sldChg>
      <pc:sldChg chg="modSp mod">
        <pc:chgData name="Banda, Andrew P" userId="29831d33-7f3f-4046-b966-8510ce853b61" providerId="ADAL" clId="{80C0CB89-3823-4966-A8FE-73EB4555F720}" dt="2026-04-27T16:30:44.172" v="8852" actId="14100"/>
        <pc:sldMkLst>
          <pc:docMk/>
          <pc:sldMk cId="0" sldId="266"/>
        </pc:sldMkLst>
        <pc:spChg chg="mod">
          <ac:chgData name="Banda, Andrew P" userId="29831d33-7f3f-4046-b966-8510ce853b61" providerId="ADAL" clId="{80C0CB89-3823-4966-A8FE-73EB4555F720}" dt="2026-04-24T02:35:45.516" v="616" actId="20577"/>
          <ac:spMkLst>
            <pc:docMk/>
            <pc:sldMk cId="0" sldId="266"/>
            <ac:spMk id="6" creationId="{00000000-0000-0000-0000-000000000000}"/>
          </ac:spMkLst>
        </pc:spChg>
        <pc:spChg chg="mod">
          <ac:chgData name="Banda, Andrew P" userId="29831d33-7f3f-4046-b966-8510ce853b61" providerId="ADAL" clId="{80C0CB89-3823-4966-A8FE-73EB4555F720}" dt="2026-04-27T16:28:57.873" v="8831" actId="20577"/>
          <ac:spMkLst>
            <pc:docMk/>
            <pc:sldMk cId="0" sldId="266"/>
            <ac:spMk id="9" creationId="{00000000-0000-0000-0000-000000000000}"/>
          </ac:spMkLst>
        </pc:spChg>
        <pc:spChg chg="mod">
          <ac:chgData name="Banda, Andrew P" userId="29831d33-7f3f-4046-b966-8510ce853b61" providerId="ADAL" clId="{80C0CB89-3823-4966-A8FE-73EB4555F720}" dt="2026-04-24T04:16:29.002" v="886" actId="14100"/>
          <ac:spMkLst>
            <pc:docMk/>
            <pc:sldMk cId="0" sldId="266"/>
            <ac:spMk id="10" creationId="{00000000-0000-0000-0000-000000000000}"/>
          </ac:spMkLst>
        </pc:spChg>
        <pc:spChg chg="mod">
          <ac:chgData name="Banda, Andrew P" userId="29831d33-7f3f-4046-b966-8510ce853b61" providerId="ADAL" clId="{80C0CB89-3823-4966-A8FE-73EB4555F720}" dt="2026-04-27T16:29:09.465" v="8834"/>
          <ac:spMkLst>
            <pc:docMk/>
            <pc:sldMk cId="0" sldId="266"/>
            <ac:spMk id="11" creationId="{00000000-0000-0000-0000-000000000000}"/>
          </ac:spMkLst>
        </pc:spChg>
        <pc:spChg chg="mod">
          <ac:chgData name="Banda, Andrew P" userId="29831d33-7f3f-4046-b966-8510ce853b61" providerId="ADAL" clId="{80C0CB89-3823-4966-A8FE-73EB4555F720}" dt="2026-04-24T04:17:08.694" v="891" actId="14100"/>
          <ac:spMkLst>
            <pc:docMk/>
            <pc:sldMk cId="0" sldId="266"/>
            <ac:spMk id="12" creationId="{00000000-0000-0000-0000-000000000000}"/>
          </ac:spMkLst>
        </pc:spChg>
        <pc:spChg chg="mod">
          <ac:chgData name="Banda, Andrew P" userId="29831d33-7f3f-4046-b966-8510ce853b61" providerId="ADAL" clId="{80C0CB89-3823-4966-A8FE-73EB4555F720}" dt="2026-04-27T16:29:15.361" v="8846" actId="20577"/>
          <ac:spMkLst>
            <pc:docMk/>
            <pc:sldMk cId="0" sldId="266"/>
            <ac:spMk id="13" creationId="{00000000-0000-0000-0000-000000000000}"/>
          </ac:spMkLst>
        </pc:spChg>
        <pc:spChg chg="mod">
          <ac:chgData name="Banda, Andrew P" userId="29831d33-7f3f-4046-b966-8510ce853b61" providerId="ADAL" clId="{80C0CB89-3823-4966-A8FE-73EB4555F720}" dt="2026-04-27T16:30:44.172" v="8852" actId="14100"/>
          <ac:spMkLst>
            <pc:docMk/>
            <pc:sldMk cId="0" sldId="266"/>
            <ac:spMk id="14" creationId="{00000000-0000-0000-0000-000000000000}"/>
          </ac:spMkLst>
        </pc:spChg>
        <pc:spChg chg="mod">
          <ac:chgData name="Banda, Andrew P" userId="29831d33-7f3f-4046-b966-8510ce853b61" providerId="ADAL" clId="{80C0CB89-3823-4966-A8FE-73EB4555F720}" dt="2026-04-27T16:30:08.505" v="8851" actId="1076"/>
          <ac:spMkLst>
            <pc:docMk/>
            <pc:sldMk cId="0" sldId="266"/>
            <ac:spMk id="16" creationId="{00000000-0000-0000-0000-000000000000}"/>
          </ac:spMkLst>
        </pc:spChg>
        <pc:spChg chg="mod">
          <ac:chgData name="Banda, Andrew P" userId="29831d33-7f3f-4046-b966-8510ce853b61" providerId="ADAL" clId="{80C0CB89-3823-4966-A8FE-73EB4555F720}" dt="2026-04-24T04:43:31.642" v="978" actId="14100"/>
          <ac:spMkLst>
            <pc:docMk/>
            <pc:sldMk cId="0" sldId="266"/>
            <ac:spMk id="18" creationId="{00000000-0000-0000-0000-000000000000}"/>
          </ac:spMkLst>
        </pc:spChg>
        <pc:spChg chg="mod">
          <ac:chgData name="Banda, Andrew P" userId="29831d33-7f3f-4046-b966-8510ce853b61" providerId="ADAL" clId="{80C0CB89-3823-4966-A8FE-73EB4555F720}" dt="2026-04-24T04:44:16.684" v="1028" actId="20577"/>
          <ac:spMkLst>
            <pc:docMk/>
            <pc:sldMk cId="0" sldId="266"/>
            <ac:spMk id="20" creationId="{00000000-0000-0000-0000-000000000000}"/>
          </ac:spMkLst>
        </pc:spChg>
        <pc:spChg chg="mod">
          <ac:chgData name="Banda, Andrew P" userId="29831d33-7f3f-4046-b966-8510ce853b61" providerId="ADAL" clId="{80C0CB89-3823-4966-A8FE-73EB4555F720}" dt="2026-04-24T02:36:44.778" v="657" actId="20577"/>
          <ac:spMkLst>
            <pc:docMk/>
            <pc:sldMk cId="0" sldId="266"/>
            <ac:spMk id="21" creationId="{00000000-0000-0000-0000-000000000000}"/>
          </ac:spMkLst>
        </pc:spChg>
        <pc:spChg chg="mod">
          <ac:chgData name="Banda, Andrew P" userId="29831d33-7f3f-4046-b966-8510ce853b61" providerId="ADAL" clId="{80C0CB89-3823-4966-A8FE-73EB4555F720}" dt="2026-04-24T04:17:40.103" v="911" actId="20577"/>
          <ac:spMkLst>
            <pc:docMk/>
            <pc:sldMk cId="0" sldId="266"/>
            <ac:spMk id="22" creationId="{00000000-0000-0000-0000-000000000000}"/>
          </ac:spMkLst>
        </pc:spChg>
        <pc:spChg chg="mod">
          <ac:chgData name="Banda, Andrew P" userId="29831d33-7f3f-4046-b966-8510ce853b61" providerId="ADAL" clId="{80C0CB89-3823-4966-A8FE-73EB4555F720}" dt="2026-04-24T02:36:59.159" v="705" actId="20577"/>
          <ac:spMkLst>
            <pc:docMk/>
            <pc:sldMk cId="0" sldId="266"/>
            <ac:spMk id="23" creationId="{00000000-0000-0000-0000-000000000000}"/>
          </ac:spMkLst>
        </pc:spChg>
        <pc:spChg chg="mod">
          <ac:chgData name="Banda, Andrew P" userId="29831d33-7f3f-4046-b966-8510ce853b61" providerId="ADAL" clId="{80C0CB89-3823-4966-A8FE-73EB4555F720}" dt="2026-04-24T02:37:06.969" v="736" actId="20577"/>
          <ac:spMkLst>
            <pc:docMk/>
            <pc:sldMk cId="0" sldId="266"/>
            <ac:spMk id="24" creationId="{00000000-0000-0000-0000-000000000000}"/>
          </ac:spMkLst>
        </pc:spChg>
        <pc:spChg chg="mod">
          <ac:chgData name="Banda, Andrew P" userId="29831d33-7f3f-4046-b966-8510ce853b61" providerId="ADAL" clId="{80C0CB89-3823-4966-A8FE-73EB4555F720}" dt="2026-04-24T02:37:14.049" v="759" actId="20577"/>
          <ac:spMkLst>
            <pc:docMk/>
            <pc:sldMk cId="0" sldId="266"/>
            <ac:spMk id="25" creationId="{00000000-0000-0000-0000-000000000000}"/>
          </ac:spMkLst>
        </pc:spChg>
      </pc:sldChg>
      <pc:sldChg chg="modSp mod">
        <pc:chgData name="Banda, Andrew P" userId="29831d33-7f3f-4046-b966-8510ce853b61" providerId="ADAL" clId="{80C0CB89-3823-4966-A8FE-73EB4555F720}" dt="2026-04-24T04:45:09.594" v="1029" actId="20577"/>
        <pc:sldMkLst>
          <pc:docMk/>
          <pc:sldMk cId="0" sldId="267"/>
        </pc:sldMkLst>
        <pc:spChg chg="mod">
          <ac:chgData name="Banda, Andrew P" userId="29831d33-7f3f-4046-b966-8510ce853b61" providerId="ADAL" clId="{80C0CB89-3823-4966-A8FE-73EB4555F720}" dt="2026-04-24T04:45:09.594" v="1029" actId="20577"/>
          <ac:spMkLst>
            <pc:docMk/>
            <pc:sldMk cId="0" sldId="267"/>
            <ac:spMk id="10" creationId="{00000000-0000-0000-0000-000000000000}"/>
          </ac:spMkLst>
        </pc:spChg>
      </pc:sldChg>
      <pc:sldChg chg="delSp modSp add del mod ord setBg">
        <pc:chgData name="Banda, Andrew P" userId="29831d33-7f3f-4046-b966-8510ce853b61" providerId="ADAL" clId="{80C0CB89-3823-4966-A8FE-73EB4555F720}" dt="2026-04-27T16:00:36.358" v="8797" actId="20577"/>
        <pc:sldMkLst>
          <pc:docMk/>
          <pc:sldMk cId="1850267780" sldId="268"/>
        </pc:sldMkLst>
        <pc:spChg chg="mod">
          <ac:chgData name="Banda, Andrew P" userId="29831d33-7f3f-4046-b966-8510ce853b61" providerId="ADAL" clId="{80C0CB89-3823-4966-A8FE-73EB4555F720}" dt="2026-04-24T02:45:43.693" v="874" actId="20577"/>
          <ac:spMkLst>
            <pc:docMk/>
            <pc:sldMk cId="1850267780" sldId="268"/>
            <ac:spMk id="3" creationId="{0DB0ECB7-559A-4ED0-A158-38CD45F3EEEA}"/>
          </ac:spMkLst>
        </pc:spChg>
        <pc:spChg chg="mod">
          <ac:chgData name="Banda, Andrew P" userId="29831d33-7f3f-4046-b966-8510ce853b61" providerId="ADAL" clId="{80C0CB89-3823-4966-A8FE-73EB4555F720}" dt="2026-04-27T16:00:36.358" v="8797" actId="20577"/>
          <ac:spMkLst>
            <pc:docMk/>
            <pc:sldMk cId="1850267780" sldId="268"/>
            <ac:spMk id="4" creationId="{C0EB97ED-2D7F-D8EB-7877-683D1B3B845A}"/>
          </ac:spMkLst>
        </pc:spChg>
        <pc:spChg chg="mod">
          <ac:chgData name="Banda, Andrew P" userId="29831d33-7f3f-4046-b966-8510ce853b61" providerId="ADAL" clId="{80C0CB89-3823-4966-A8FE-73EB4555F720}" dt="2026-04-27T16:00:12.190" v="8789" actId="1076"/>
          <ac:spMkLst>
            <pc:docMk/>
            <pc:sldMk cId="1850267780" sldId="268"/>
            <ac:spMk id="5" creationId="{5C750171-DEDA-B41D-DF3F-0C87534303C1}"/>
          </ac:spMkLst>
        </pc:spChg>
        <pc:spChg chg="mod">
          <ac:chgData name="Banda, Andrew P" userId="29831d33-7f3f-4046-b966-8510ce853b61" providerId="ADAL" clId="{80C0CB89-3823-4966-A8FE-73EB4555F720}" dt="2026-04-26T10:49:26.604" v="1092" actId="14100"/>
          <ac:spMkLst>
            <pc:docMk/>
            <pc:sldMk cId="1850267780" sldId="268"/>
            <ac:spMk id="6" creationId="{B7DD5A1C-EA00-DEA4-6E19-0E1721AE0069}"/>
          </ac:spMkLst>
        </pc:spChg>
        <pc:spChg chg="mod">
          <ac:chgData name="Banda, Andrew P" userId="29831d33-7f3f-4046-b966-8510ce853b61" providerId="ADAL" clId="{80C0CB89-3823-4966-A8FE-73EB4555F720}" dt="2026-04-26T20:24:36.796" v="8707" actId="14100"/>
          <ac:spMkLst>
            <pc:docMk/>
            <pc:sldMk cId="1850267780" sldId="268"/>
            <ac:spMk id="20" creationId="{5B40A9BF-B67E-A827-F2B2-DFB45A6F722F}"/>
          </ac:spMkLst>
        </pc:spChg>
        <pc:spChg chg="mod">
          <ac:chgData name="Banda, Andrew P" userId="29831d33-7f3f-4046-b966-8510ce853b61" providerId="ADAL" clId="{80C0CB89-3823-4966-A8FE-73EB4555F720}" dt="2026-04-24T02:45:28.828" v="810" actId="20577"/>
          <ac:spMkLst>
            <pc:docMk/>
            <pc:sldMk cId="1850267780" sldId="268"/>
            <ac:spMk id="24" creationId="{89EF5D65-0C9C-B2BB-AA94-BB5271E0887C}"/>
          </ac:spMkLst>
        </pc:spChg>
        <pc:spChg chg="mod">
          <ac:chgData name="Banda, Andrew P" userId="29831d33-7f3f-4046-b966-8510ce853b61" providerId="ADAL" clId="{80C0CB89-3823-4966-A8FE-73EB4555F720}" dt="2026-04-24T02:45:36.200" v="845" actId="20577"/>
          <ac:spMkLst>
            <pc:docMk/>
            <pc:sldMk cId="1850267780" sldId="268"/>
            <ac:spMk id="25" creationId="{0CFD75FC-1093-33FE-D964-90F2F25D3CBB}"/>
          </ac:spMkLst>
        </pc:spChg>
        <pc:picChg chg="mod">
          <ac:chgData name="Banda, Andrew P" userId="29831d33-7f3f-4046-b966-8510ce853b61" providerId="ADAL" clId="{80C0CB89-3823-4966-A8FE-73EB4555F720}" dt="2026-04-26T20:25:09.677" v="8711" actId="1076"/>
          <ac:picMkLst>
            <pc:docMk/>
            <pc:sldMk cId="1850267780" sldId="268"/>
            <ac:picMk id="15" creationId="{E9D0279D-3428-277B-C73E-15642C5679F2}"/>
          </ac:picMkLst>
        </pc:picChg>
        <pc:picChg chg="mod">
          <ac:chgData name="Banda, Andrew P" userId="29831d33-7f3f-4046-b966-8510ce853b61" providerId="ADAL" clId="{80C0CB89-3823-4966-A8FE-73EB4555F720}" dt="2026-04-26T20:25:03.354" v="8709" actId="1076"/>
          <ac:picMkLst>
            <pc:docMk/>
            <pc:sldMk cId="1850267780" sldId="268"/>
            <ac:picMk id="19" creationId="{605CE168-89DB-DEC1-600C-56774B93C631}"/>
          </ac:picMkLst>
        </pc:picChg>
      </pc:sldChg>
      <pc:sldChg chg="modSp add mod setBg">
        <pc:chgData name="Banda, Andrew P" userId="29831d33-7f3f-4046-b966-8510ce853b61" providerId="ADAL" clId="{80C0CB89-3823-4966-A8FE-73EB4555F720}" dt="2026-04-26T11:18:03.212" v="3272" actId="20577"/>
        <pc:sldMkLst>
          <pc:docMk/>
          <pc:sldMk cId="0" sldId="269"/>
        </pc:sldMkLst>
        <pc:spChg chg="mod">
          <ac:chgData name="Banda, Andrew P" userId="29831d33-7f3f-4046-b966-8510ce853b61" providerId="ADAL" clId="{80C0CB89-3823-4966-A8FE-73EB4555F720}" dt="2026-04-24T04:25:53.579" v="921" actId="20577"/>
          <ac:spMkLst>
            <pc:docMk/>
            <pc:sldMk cId="0" sldId="269"/>
            <ac:spMk id="11" creationId="{00000000-0000-0000-0000-000000000000}"/>
          </ac:spMkLst>
        </pc:spChg>
        <pc:spChg chg="mod">
          <ac:chgData name="Banda, Andrew P" userId="29831d33-7f3f-4046-b966-8510ce853b61" providerId="ADAL" clId="{80C0CB89-3823-4966-A8FE-73EB4555F720}" dt="2026-04-26T11:18:03.212" v="3272" actId="20577"/>
          <ac:spMkLst>
            <pc:docMk/>
            <pc:sldMk cId="0" sldId="269"/>
            <ac:spMk id="12" creationId="{00000000-0000-0000-0000-000000000000}"/>
          </ac:spMkLst>
        </pc:spChg>
      </pc:sldChg>
      <pc:sldChg chg="modSp add del mod setBg">
        <pc:chgData name="Banda, Andrew P" userId="29831d33-7f3f-4046-b966-8510ce853b61" providerId="ADAL" clId="{80C0CB89-3823-4966-A8FE-73EB4555F720}" dt="2026-04-26T19:14:19.260" v="5313" actId="2696"/>
        <pc:sldMkLst>
          <pc:docMk/>
          <pc:sldMk cId="0" sldId="270"/>
        </pc:sldMkLst>
      </pc:sldChg>
      <pc:sldChg chg="addSp delSp modSp add del mod setBg">
        <pc:chgData name="Banda, Andrew P" userId="29831d33-7f3f-4046-b966-8510ce853b61" providerId="ADAL" clId="{80C0CB89-3823-4966-A8FE-73EB4555F720}" dt="2026-04-27T16:00:33.514" v="8793" actId="20577"/>
        <pc:sldMkLst>
          <pc:docMk/>
          <pc:sldMk cId="1796929763" sldId="271"/>
        </pc:sldMkLst>
        <pc:spChg chg="mod">
          <ac:chgData name="Banda, Andrew P" userId="29831d33-7f3f-4046-b966-8510ce853b61" providerId="ADAL" clId="{80C0CB89-3823-4966-A8FE-73EB4555F720}" dt="2026-04-27T16:00:33.514" v="8793" actId="20577"/>
          <ac:spMkLst>
            <pc:docMk/>
            <pc:sldMk cId="1796929763" sldId="271"/>
            <ac:spMk id="5" creationId="{00000000-0000-0000-0000-000000000000}"/>
          </ac:spMkLst>
        </pc:spChg>
        <pc:spChg chg="mod">
          <ac:chgData name="Banda, Andrew P" userId="29831d33-7f3f-4046-b966-8510ce853b61" providerId="ADAL" clId="{80C0CB89-3823-4966-A8FE-73EB4555F720}" dt="2026-04-26T11:30:36.008" v="3724" actId="1076"/>
          <ac:spMkLst>
            <pc:docMk/>
            <pc:sldMk cId="1796929763" sldId="271"/>
            <ac:spMk id="6" creationId="{00000000-0000-0000-0000-000000000000}"/>
          </ac:spMkLst>
        </pc:spChg>
        <pc:spChg chg="mod">
          <ac:chgData name="Banda, Andrew P" userId="29831d33-7f3f-4046-b966-8510ce853b61" providerId="ADAL" clId="{80C0CB89-3823-4966-A8FE-73EB4555F720}" dt="2026-04-26T11:48:24.586" v="3938" actId="14100"/>
          <ac:spMkLst>
            <pc:docMk/>
            <pc:sldMk cId="1796929763" sldId="271"/>
            <ac:spMk id="8" creationId="{00000000-0000-0000-0000-000000000000}"/>
          </ac:spMkLst>
        </pc:spChg>
        <pc:spChg chg="mod">
          <ac:chgData name="Banda, Andrew P" userId="29831d33-7f3f-4046-b966-8510ce853b61" providerId="ADAL" clId="{80C0CB89-3823-4966-A8FE-73EB4555F720}" dt="2026-04-26T11:30:29.757" v="3723" actId="1076"/>
          <ac:spMkLst>
            <pc:docMk/>
            <pc:sldMk cId="1796929763" sldId="271"/>
            <ac:spMk id="9" creationId="{00000000-0000-0000-0000-000000000000}"/>
          </ac:spMkLst>
        </pc:spChg>
        <pc:spChg chg="mod">
          <ac:chgData name="Banda, Andrew P" userId="29831d33-7f3f-4046-b966-8510ce853b61" providerId="ADAL" clId="{80C0CB89-3823-4966-A8FE-73EB4555F720}" dt="2026-04-26T11:48:46.105" v="3976" actId="20577"/>
          <ac:spMkLst>
            <pc:docMk/>
            <pc:sldMk cId="1796929763" sldId="271"/>
            <ac:spMk id="11" creationId="{00000000-0000-0000-0000-000000000000}"/>
          </ac:spMkLst>
        </pc:spChg>
        <pc:spChg chg="mod">
          <ac:chgData name="Banda, Andrew P" userId="29831d33-7f3f-4046-b966-8510ce853b61" providerId="ADAL" clId="{80C0CB89-3823-4966-A8FE-73EB4555F720}" dt="2026-04-26T11:29:48.546" v="3715" actId="1076"/>
          <ac:spMkLst>
            <pc:docMk/>
            <pc:sldMk cId="1796929763" sldId="271"/>
            <ac:spMk id="12" creationId="{00000000-0000-0000-0000-000000000000}"/>
          </ac:spMkLst>
        </pc:spChg>
        <pc:spChg chg="mod">
          <ac:chgData name="Banda, Andrew P" userId="29831d33-7f3f-4046-b966-8510ce853b61" providerId="ADAL" clId="{80C0CB89-3823-4966-A8FE-73EB4555F720}" dt="2026-04-26T11:48:21.329" v="3937" actId="14100"/>
          <ac:spMkLst>
            <pc:docMk/>
            <pc:sldMk cId="1796929763" sldId="271"/>
            <ac:spMk id="14" creationId="{00000000-0000-0000-0000-000000000000}"/>
          </ac:spMkLst>
        </pc:spChg>
        <pc:spChg chg="mod">
          <ac:chgData name="Banda, Andrew P" userId="29831d33-7f3f-4046-b966-8510ce853b61" providerId="ADAL" clId="{80C0CB89-3823-4966-A8FE-73EB4555F720}" dt="2026-04-26T11:29:23.110" v="3708" actId="1076"/>
          <ac:spMkLst>
            <pc:docMk/>
            <pc:sldMk cId="1796929763" sldId="271"/>
            <ac:spMk id="15" creationId="{00000000-0000-0000-0000-000000000000}"/>
          </ac:spMkLst>
        </pc:spChg>
        <pc:spChg chg="mod">
          <ac:chgData name="Banda, Andrew P" userId="29831d33-7f3f-4046-b966-8510ce853b61" providerId="ADAL" clId="{80C0CB89-3823-4966-A8FE-73EB4555F720}" dt="2026-04-26T11:29:18.218" v="3707" actId="1076"/>
          <ac:spMkLst>
            <pc:docMk/>
            <pc:sldMk cId="1796929763" sldId="271"/>
            <ac:spMk id="16" creationId="{00000000-0000-0000-0000-000000000000}"/>
          </ac:spMkLst>
        </pc:spChg>
        <pc:spChg chg="mod">
          <ac:chgData name="Banda, Andrew P" userId="29831d33-7f3f-4046-b966-8510ce853b61" providerId="ADAL" clId="{80C0CB89-3823-4966-A8FE-73EB4555F720}" dt="2026-04-26T11:47:56.231" v="3877" actId="14100"/>
          <ac:spMkLst>
            <pc:docMk/>
            <pc:sldMk cId="1796929763" sldId="271"/>
            <ac:spMk id="17" creationId="{00000000-0000-0000-0000-000000000000}"/>
          </ac:spMkLst>
        </pc:spChg>
        <pc:spChg chg="mod">
          <ac:chgData name="Banda, Andrew P" userId="29831d33-7f3f-4046-b966-8510ce853b61" providerId="ADAL" clId="{80C0CB89-3823-4966-A8FE-73EB4555F720}" dt="2026-04-26T11:29:43.896" v="3714" actId="1076"/>
          <ac:spMkLst>
            <pc:docMk/>
            <pc:sldMk cId="1796929763" sldId="271"/>
            <ac:spMk id="18" creationId="{00000000-0000-0000-0000-000000000000}"/>
          </ac:spMkLst>
        </pc:spChg>
        <pc:spChg chg="mod">
          <ac:chgData name="Banda, Andrew P" userId="29831d33-7f3f-4046-b966-8510ce853b61" providerId="ADAL" clId="{80C0CB89-3823-4966-A8FE-73EB4555F720}" dt="2026-04-26T11:48:08.449" v="3932" actId="20577"/>
          <ac:spMkLst>
            <pc:docMk/>
            <pc:sldMk cId="1796929763" sldId="271"/>
            <ac:spMk id="20" creationId="{00000000-0000-0000-0000-000000000000}"/>
          </ac:spMkLst>
        </pc:spChg>
        <pc:spChg chg="mod">
          <ac:chgData name="Banda, Andrew P" userId="29831d33-7f3f-4046-b966-8510ce853b61" providerId="ADAL" clId="{80C0CB89-3823-4966-A8FE-73EB4555F720}" dt="2026-04-26T11:29:33.049" v="3711" actId="1076"/>
          <ac:spMkLst>
            <pc:docMk/>
            <pc:sldMk cId="1796929763" sldId="271"/>
            <ac:spMk id="21" creationId="{00000000-0000-0000-0000-000000000000}"/>
          </ac:spMkLst>
        </pc:spChg>
        <pc:spChg chg="mod">
          <ac:chgData name="Banda, Andrew P" userId="29831d33-7f3f-4046-b966-8510ce853b61" providerId="ADAL" clId="{80C0CB89-3823-4966-A8FE-73EB4555F720}" dt="2026-04-26T11:48:15.820" v="3936" actId="20577"/>
          <ac:spMkLst>
            <pc:docMk/>
            <pc:sldMk cId="1796929763" sldId="271"/>
            <ac:spMk id="23" creationId="{00000000-0000-0000-0000-000000000000}"/>
          </ac:spMkLst>
        </pc:spChg>
        <pc:spChg chg="mod">
          <ac:chgData name="Banda, Andrew P" userId="29831d33-7f3f-4046-b966-8510ce853b61" providerId="ADAL" clId="{80C0CB89-3823-4966-A8FE-73EB4555F720}" dt="2026-04-26T11:51:16.563" v="3991" actId="20577"/>
          <ac:spMkLst>
            <pc:docMk/>
            <pc:sldMk cId="1796929763" sldId="271"/>
            <ac:spMk id="25" creationId="{00000000-0000-0000-0000-000000000000}"/>
          </ac:spMkLst>
        </pc:spChg>
        <pc:spChg chg="add mod">
          <ac:chgData name="Banda, Andrew P" userId="29831d33-7f3f-4046-b966-8510ce853b61" providerId="ADAL" clId="{80C0CB89-3823-4966-A8FE-73EB4555F720}" dt="2026-04-26T11:56:06.792" v="4012" actId="1076"/>
          <ac:spMkLst>
            <pc:docMk/>
            <pc:sldMk cId="1796929763" sldId="271"/>
            <ac:spMk id="55" creationId="{24C98B96-402C-32ED-48BC-B3E3F4EAB6D9}"/>
          </ac:spMkLst>
        </pc:spChg>
        <pc:spChg chg="add mod">
          <ac:chgData name="Banda, Andrew P" userId="29831d33-7f3f-4046-b966-8510ce853b61" providerId="ADAL" clId="{80C0CB89-3823-4966-A8FE-73EB4555F720}" dt="2026-04-26T11:56:06.792" v="4012" actId="1076"/>
          <ac:spMkLst>
            <pc:docMk/>
            <pc:sldMk cId="1796929763" sldId="271"/>
            <ac:spMk id="56" creationId="{42E10146-B457-ED25-989F-B8643D9B3E59}"/>
          </ac:spMkLst>
        </pc:spChg>
        <pc:spChg chg="add mod">
          <ac:chgData name="Banda, Andrew P" userId="29831d33-7f3f-4046-b966-8510ce853b61" providerId="ADAL" clId="{80C0CB89-3823-4966-A8FE-73EB4555F720}" dt="2026-04-26T11:56:06.792" v="4012" actId="1076"/>
          <ac:spMkLst>
            <pc:docMk/>
            <pc:sldMk cId="1796929763" sldId="271"/>
            <ac:spMk id="58" creationId="{EB2527DF-FB41-C0C0-9FF0-3371E63C1F1E}"/>
          </ac:spMkLst>
        </pc:spChg>
        <pc:picChg chg="add mod modCrop">
          <ac:chgData name="Banda, Andrew P" userId="29831d33-7f3f-4046-b966-8510ce853b61" providerId="ADAL" clId="{80C0CB89-3823-4966-A8FE-73EB4555F720}" dt="2026-04-26T11:56:29.067" v="4016" actId="1076"/>
          <ac:picMkLst>
            <pc:docMk/>
            <pc:sldMk cId="1796929763" sldId="271"/>
            <ac:picMk id="54" creationId="{4EE9ADE0-C98D-ADE5-AA61-3824E8A98307}"/>
          </ac:picMkLst>
        </pc:picChg>
      </pc:sldChg>
      <pc:sldChg chg="addSp delSp modSp new mod setBg">
        <pc:chgData name="Banda, Andrew P" userId="29831d33-7f3f-4046-b966-8510ce853b61" providerId="ADAL" clId="{80C0CB89-3823-4966-A8FE-73EB4555F720}" dt="2026-04-27T15:57:56.135" v="8788" actId="20577"/>
        <pc:sldMkLst>
          <pc:docMk/>
          <pc:sldMk cId="1435855914" sldId="273"/>
        </pc:sldMkLst>
        <pc:spChg chg="add mod">
          <ac:chgData name="Banda, Andrew P" userId="29831d33-7f3f-4046-b966-8510ce853b61" providerId="ADAL" clId="{80C0CB89-3823-4966-A8FE-73EB4555F720}" dt="2026-04-24T04:35:57.670" v="969" actId="1076"/>
          <ac:spMkLst>
            <pc:docMk/>
            <pc:sldMk cId="1435855914" sldId="273"/>
            <ac:spMk id="3" creationId="{8F9F8BFD-B4BF-A90B-32B2-DF7A83115F7C}"/>
          </ac:spMkLst>
        </pc:spChg>
        <pc:spChg chg="add mod">
          <ac:chgData name="Banda, Andrew P" userId="29831d33-7f3f-4046-b966-8510ce853b61" providerId="ADAL" clId="{80C0CB89-3823-4966-A8FE-73EB4555F720}" dt="2026-04-24T04:35:20.885" v="963"/>
          <ac:spMkLst>
            <pc:docMk/>
            <pc:sldMk cId="1435855914" sldId="273"/>
            <ac:spMk id="4" creationId="{1D1628DE-2CCB-258C-F941-2A0E1388A242}"/>
          </ac:spMkLst>
        </pc:spChg>
        <pc:spChg chg="add mod">
          <ac:chgData name="Banda, Andrew P" userId="29831d33-7f3f-4046-b966-8510ce853b61" providerId="ADAL" clId="{80C0CB89-3823-4966-A8FE-73EB4555F720}" dt="2026-04-24T04:35:29.040" v="966" actId="1076"/>
          <ac:spMkLst>
            <pc:docMk/>
            <pc:sldMk cId="1435855914" sldId="273"/>
            <ac:spMk id="5" creationId="{EDE475ED-3113-5C46-6AD8-0B8D647C2258}"/>
          </ac:spMkLst>
        </pc:spChg>
        <pc:spChg chg="add del mod">
          <ac:chgData name="Banda, Andrew P" userId="29831d33-7f3f-4046-b966-8510ce853b61" providerId="ADAL" clId="{80C0CB89-3823-4966-A8FE-73EB4555F720}" dt="2026-04-27T15:57:56.135" v="8788" actId="20577"/>
          <ac:spMkLst>
            <pc:docMk/>
            <pc:sldMk cId="1435855914" sldId="273"/>
            <ac:spMk id="6" creationId="{159073B2-B389-5048-FE73-FCE28B3C7043}"/>
          </ac:spMkLst>
        </pc:spChg>
      </pc:sldChg>
      <pc:sldChg chg="addSp modSp add mod modNotesTx">
        <pc:chgData name="Banda, Andrew P" userId="29831d33-7f3f-4046-b966-8510ce853b61" providerId="ADAL" clId="{80C0CB89-3823-4966-A8FE-73EB4555F720}" dt="2026-04-27T16:03:15.348" v="8804" actId="1076"/>
        <pc:sldMkLst>
          <pc:docMk/>
          <pc:sldMk cId="2610945578" sldId="275"/>
        </pc:sldMkLst>
        <pc:spChg chg="add mod">
          <ac:chgData name="Banda, Andrew P" userId="29831d33-7f3f-4046-b966-8510ce853b61" providerId="ADAL" clId="{80C0CB89-3823-4966-A8FE-73EB4555F720}" dt="2026-04-27T16:02:52.303" v="8802" actId="14100"/>
          <ac:spMkLst>
            <pc:docMk/>
            <pc:sldMk cId="2610945578" sldId="275"/>
            <ac:spMk id="5" creationId="{9548C10A-E476-417D-2B42-735F64BC004E}"/>
          </ac:spMkLst>
        </pc:spChg>
        <pc:spChg chg="add mod">
          <ac:chgData name="Banda, Andrew P" userId="29831d33-7f3f-4046-b966-8510ce853b61" providerId="ADAL" clId="{80C0CB89-3823-4966-A8FE-73EB4555F720}" dt="2026-04-26T19:52:32.897" v="6665" actId="14100"/>
          <ac:spMkLst>
            <pc:docMk/>
            <pc:sldMk cId="2610945578" sldId="275"/>
            <ac:spMk id="6" creationId="{6B1CA304-D0E2-A7F4-91CB-DC87257E46C3}"/>
          </ac:spMkLst>
        </pc:spChg>
        <pc:spChg chg="add mod">
          <ac:chgData name="Banda, Andrew P" userId="29831d33-7f3f-4046-b966-8510ce853b61" providerId="ADAL" clId="{80C0CB89-3823-4966-A8FE-73EB4555F720}" dt="2026-04-26T19:52:47.153" v="6696" actId="20577"/>
          <ac:spMkLst>
            <pc:docMk/>
            <pc:sldMk cId="2610945578" sldId="275"/>
            <ac:spMk id="7" creationId="{FA7FCCDE-662F-A470-7426-518FB9DD823E}"/>
          </ac:spMkLst>
        </pc:spChg>
        <pc:spChg chg="add mod">
          <ac:chgData name="Banda, Andrew P" userId="29831d33-7f3f-4046-b966-8510ce853b61" providerId="ADAL" clId="{80C0CB89-3823-4966-A8FE-73EB4555F720}" dt="2026-04-27T16:02:54.386" v="8803" actId="14100"/>
          <ac:spMkLst>
            <pc:docMk/>
            <pc:sldMk cId="2610945578" sldId="275"/>
            <ac:spMk id="8" creationId="{1F5AEB1E-349C-4651-E3FB-27A3A6FBCE66}"/>
          </ac:spMkLst>
        </pc:spChg>
        <pc:spChg chg="add mod">
          <ac:chgData name="Banda, Andrew P" userId="29831d33-7f3f-4046-b966-8510ce853b61" providerId="ADAL" clId="{80C0CB89-3823-4966-A8FE-73EB4555F720}" dt="2026-04-27T16:03:15.348" v="8804" actId="1076"/>
          <ac:spMkLst>
            <pc:docMk/>
            <pc:sldMk cId="2610945578" sldId="275"/>
            <ac:spMk id="9" creationId="{C0B8DF60-36DE-2EAA-EC9D-3C02121BAD87}"/>
          </ac:spMkLst>
        </pc:spChg>
        <pc:spChg chg="add mod">
          <ac:chgData name="Banda, Andrew P" userId="29831d33-7f3f-4046-b966-8510ce853b61" providerId="ADAL" clId="{80C0CB89-3823-4966-A8FE-73EB4555F720}" dt="2026-04-27T16:03:15.348" v="8804" actId="1076"/>
          <ac:spMkLst>
            <pc:docMk/>
            <pc:sldMk cId="2610945578" sldId="275"/>
            <ac:spMk id="10" creationId="{A0CEFD71-B342-1D8D-E7DC-721BC53E1D8B}"/>
          </ac:spMkLst>
        </pc:spChg>
      </pc:sldChg>
      <pc:sldChg chg="modSp add mod setBg">
        <pc:chgData name="Banda, Andrew P" userId="29831d33-7f3f-4046-b966-8510ce853b61" providerId="ADAL" clId="{80C0CB89-3823-4966-A8FE-73EB4555F720}" dt="2026-04-27T15:48:12.576" v="8773" actId="20577"/>
        <pc:sldMkLst>
          <pc:docMk/>
          <pc:sldMk cId="318904303" sldId="277"/>
        </pc:sldMkLst>
        <pc:spChg chg="mod">
          <ac:chgData name="Banda, Andrew P" userId="29831d33-7f3f-4046-b966-8510ce853b61" providerId="ADAL" clId="{80C0CB89-3823-4966-A8FE-73EB4555F720}" dt="2026-04-27T15:48:12.576" v="8773" actId="20577"/>
          <ac:spMkLst>
            <pc:docMk/>
            <pc:sldMk cId="318904303" sldId="277"/>
            <ac:spMk id="4" creationId="{FBCC2DC8-E788-67CD-B9C3-B04D71BF58ED}"/>
          </ac:spMkLst>
        </pc:spChg>
      </pc:sldChg>
      <pc:sldChg chg="modSp add mod setBg">
        <pc:chgData name="Banda, Andrew P" userId="29831d33-7f3f-4046-b966-8510ce853b61" providerId="ADAL" clId="{80C0CB89-3823-4966-A8FE-73EB4555F720}" dt="2026-04-27T15:42:59.252" v="8765" actId="20577"/>
        <pc:sldMkLst>
          <pc:docMk/>
          <pc:sldMk cId="623356161" sldId="278"/>
        </pc:sldMkLst>
        <pc:spChg chg="mod">
          <ac:chgData name="Banda, Andrew P" userId="29831d33-7f3f-4046-b966-8510ce853b61" providerId="ADAL" clId="{80C0CB89-3823-4966-A8FE-73EB4555F720}" dt="2026-04-27T15:42:59.252" v="8765" actId="20577"/>
          <ac:spMkLst>
            <pc:docMk/>
            <pc:sldMk cId="623356161" sldId="278"/>
            <ac:spMk id="5" creationId="{4C9D2E04-96FB-4967-2A14-0118007381D1}"/>
          </ac:spMkLst>
        </pc:spChg>
      </pc:sldChg>
      <pc:sldChg chg="modSp add mod">
        <pc:chgData name="Banda, Andrew P" userId="29831d33-7f3f-4046-b966-8510ce853b61" providerId="ADAL" clId="{80C0CB89-3823-4966-A8FE-73EB4555F720}" dt="2026-04-27T15:43:04.169" v="8767" actId="20577"/>
        <pc:sldMkLst>
          <pc:docMk/>
          <pc:sldMk cId="0" sldId="279"/>
        </pc:sldMkLst>
        <pc:spChg chg="mod">
          <ac:chgData name="Banda, Andrew P" userId="29831d33-7f3f-4046-b966-8510ce853b61" providerId="ADAL" clId="{80C0CB89-3823-4966-A8FE-73EB4555F720}" dt="2026-04-27T15:43:04.169" v="8767" actId="20577"/>
          <ac:spMkLst>
            <pc:docMk/>
            <pc:sldMk cId="0" sldId="279"/>
            <ac:spMk id="4" creationId="{00000000-0000-0000-0000-000000000000}"/>
          </ac:spMkLst>
        </pc:spChg>
        <pc:spChg chg="mod">
          <ac:chgData name="Banda, Andrew P" userId="29831d33-7f3f-4046-b966-8510ce853b61" providerId="ADAL" clId="{80C0CB89-3823-4966-A8FE-73EB4555F720}" dt="2026-04-26T20:21:43.651" v="8696" actId="20577"/>
          <ac:spMkLst>
            <pc:docMk/>
            <pc:sldMk cId="0" sldId="279"/>
            <ac:spMk id="6" creationId="{00000000-0000-0000-0000-000000000000}"/>
          </ac:spMkLst>
        </pc:spChg>
        <pc:spChg chg="mod">
          <ac:chgData name="Banda, Andrew P" userId="29831d33-7f3f-4046-b966-8510ce853b61" providerId="ADAL" clId="{80C0CB89-3823-4966-A8FE-73EB4555F720}" dt="2026-04-26T20:22:05.288" v="8697" actId="1076"/>
          <ac:spMkLst>
            <pc:docMk/>
            <pc:sldMk cId="0" sldId="279"/>
            <ac:spMk id="7" creationId="{00000000-0000-0000-0000-000000000000}"/>
          </ac:spMkLst>
        </pc:spChg>
        <pc:spChg chg="mod">
          <ac:chgData name="Banda, Andrew P" userId="29831d33-7f3f-4046-b966-8510ce853b61" providerId="ADAL" clId="{80C0CB89-3823-4966-A8FE-73EB4555F720}" dt="2026-04-26T20:21:19.683" v="8676" actId="14100"/>
          <ac:spMkLst>
            <pc:docMk/>
            <pc:sldMk cId="0" sldId="279"/>
            <ac:spMk id="10" creationId="{00000000-0000-0000-0000-000000000000}"/>
          </ac:spMkLst>
        </pc:spChg>
        <pc:spChg chg="mod">
          <ac:chgData name="Banda, Andrew P" userId="29831d33-7f3f-4046-b966-8510ce853b61" providerId="ADAL" clId="{80C0CB89-3823-4966-A8FE-73EB4555F720}" dt="2026-04-26T20:21:36.564" v="8688" actId="20577"/>
          <ac:spMkLst>
            <pc:docMk/>
            <pc:sldMk cId="0" sldId="279"/>
            <ac:spMk id="11" creationId="{00000000-0000-0000-0000-000000000000}"/>
          </ac:spMkLst>
        </pc:spChg>
        <pc:spChg chg="mod">
          <ac:chgData name="Banda, Andrew P" userId="29831d33-7f3f-4046-b966-8510ce853b61" providerId="ADAL" clId="{80C0CB89-3823-4966-A8FE-73EB4555F720}" dt="2026-04-26T20:22:33.619" v="8701" actId="14100"/>
          <ac:spMkLst>
            <pc:docMk/>
            <pc:sldMk cId="0" sldId="279"/>
            <ac:spMk id="49" creationId="{00000000-0000-0000-0000-000000000000}"/>
          </ac:spMkLst>
        </pc:spChg>
        <pc:spChg chg="mod">
          <ac:chgData name="Banda, Andrew P" userId="29831d33-7f3f-4046-b966-8510ce853b61" providerId="ADAL" clId="{80C0CB89-3823-4966-A8FE-73EB4555F720}" dt="2026-04-26T20:22:39.074" v="8702" actId="1076"/>
          <ac:spMkLst>
            <pc:docMk/>
            <pc:sldMk cId="0" sldId="279"/>
            <ac:spMk id="50" creationId="{00000000-0000-0000-0000-000000000000}"/>
          </ac:spMkLst>
        </pc:spChg>
      </pc:sldChg>
    </pc:docChg>
  </pc:docChgLst>
  <pc:docChgLst>
    <pc:chgData name="Mehn, Emmanuel T" userId="S::001117378@tarleton.edu::9dbe82b3-0e34-466d-bcd6-f2dcdf3f8bf0" providerId="AD" clId="Web-{E959C662-7824-D557-2F4F-EBAEBA3609BB}"/>
    <pc:docChg chg="modSld sldOrd">
      <pc:chgData name="Mehn, Emmanuel T" userId="S::001117378@tarleton.edu::9dbe82b3-0e34-466d-bcd6-f2dcdf3f8bf0" providerId="AD" clId="Web-{E959C662-7824-D557-2F4F-EBAEBA3609BB}" dt="2026-04-26T21:32:09.959" v="19"/>
      <pc:docMkLst>
        <pc:docMk/>
      </pc:docMkLst>
      <pc:sldChg chg="ord">
        <pc:chgData name="Mehn, Emmanuel T" userId="S::001117378@tarleton.edu::9dbe82b3-0e34-466d-bcd6-f2dcdf3f8bf0" providerId="AD" clId="Web-{E959C662-7824-D557-2F4F-EBAEBA3609BB}" dt="2026-04-26T20:18:04.973" v="0"/>
        <pc:sldMkLst>
          <pc:docMk/>
          <pc:sldMk cId="1850267780" sldId="268"/>
        </pc:sldMkLst>
      </pc:sldChg>
      <pc:sldChg chg="delSp modSp">
        <pc:chgData name="Mehn, Emmanuel T" userId="S::001117378@tarleton.edu::9dbe82b3-0e34-466d-bcd6-f2dcdf3f8bf0" providerId="AD" clId="Web-{E959C662-7824-D557-2F4F-EBAEBA3609BB}" dt="2026-04-26T21:32:09.959" v="19"/>
        <pc:sldMkLst>
          <pc:docMk/>
          <pc:sldMk cId="623356161" sldId="278"/>
        </pc:sldMkLst>
      </pc:sldChg>
    </pc:docChg>
  </pc:docChgLst>
  <pc:docChgLst>
    <pc:chgData name="Mehn, Emmanuel T" userId="S::001117378@tarleton.edu::9dbe82b3-0e34-466d-bcd6-f2dcdf3f8bf0" providerId="AD" clId="Web-{D667F2BF-30A6-5C17-74F8-64F4103F9603}"/>
    <pc:docChg chg="addSld delSld modSld sldOrd">
      <pc:chgData name="Mehn, Emmanuel T" userId="S::001117378@tarleton.edu::9dbe82b3-0e34-466d-bcd6-f2dcdf3f8bf0" providerId="AD" clId="Web-{D667F2BF-30A6-5C17-74F8-64F4103F9603}" dt="2026-04-27T17:29:14.813" v="19"/>
      <pc:docMkLst>
        <pc:docMk/>
      </pc:docMkLst>
      <pc:sldChg chg="modSp">
        <pc:chgData name="Mehn, Emmanuel T" userId="S::001117378@tarleton.edu::9dbe82b3-0e34-466d-bcd6-f2dcdf3f8bf0" providerId="AD" clId="Web-{D667F2BF-30A6-5C17-74F8-64F4103F9603}" dt="2026-04-27T16:57:14.568" v="4" actId="1076"/>
        <pc:sldMkLst>
          <pc:docMk/>
          <pc:sldMk cId="1796929763" sldId="271"/>
        </pc:sldMkLst>
        <pc:spChg chg="mod">
          <ac:chgData name="Mehn, Emmanuel T" userId="S::001117378@tarleton.edu::9dbe82b3-0e34-466d-bcd6-f2dcdf3f8bf0" providerId="AD" clId="Web-{D667F2BF-30A6-5C17-74F8-64F4103F9603}" dt="2026-04-27T16:57:14.568" v="4" actId="1076"/>
          <ac:spMkLst>
            <pc:docMk/>
            <pc:sldMk cId="1796929763" sldId="271"/>
            <ac:spMk id="13" creationId="{00000000-0000-0000-0000-000000000000}"/>
          </ac:spMkLst>
        </pc:spChg>
      </pc:sldChg>
      <pc:sldChg chg="addSp delSp modSp">
        <pc:chgData name="Mehn, Emmanuel T" userId="S::001117378@tarleton.edu::9dbe82b3-0e34-466d-bcd6-f2dcdf3f8bf0" providerId="AD" clId="Web-{D667F2BF-30A6-5C17-74F8-64F4103F9603}" dt="2026-04-27T17:07:33.879" v="16" actId="1076"/>
        <pc:sldMkLst>
          <pc:docMk/>
          <pc:sldMk cId="623356161" sldId="278"/>
        </pc:sldMkLst>
        <pc:picChg chg="add mod">
          <ac:chgData name="Mehn, Emmanuel T" userId="S::001117378@tarleton.edu::9dbe82b3-0e34-466d-bcd6-f2dcdf3f8bf0" providerId="AD" clId="Web-{D667F2BF-30A6-5C17-74F8-64F4103F9603}" dt="2026-04-27T17:07:33.879" v="16" actId="1076"/>
          <ac:picMkLst>
            <pc:docMk/>
            <pc:sldMk cId="623356161" sldId="278"/>
            <ac:picMk id="8" creationId="{833AB9DF-C4D1-4F3A-CE22-9576C211370F}"/>
          </ac:picMkLst>
        </pc:picChg>
      </pc:sldChg>
      <pc:sldChg chg="modSp">
        <pc:chgData name="Mehn, Emmanuel T" userId="S::001117378@tarleton.edu::9dbe82b3-0e34-466d-bcd6-f2dcdf3f8bf0" providerId="AD" clId="Web-{D667F2BF-30A6-5C17-74F8-64F4103F9603}" dt="2026-04-27T17:06:01.942" v="13" actId="20577"/>
        <pc:sldMkLst>
          <pc:docMk/>
          <pc:sldMk cId="0" sldId="279"/>
        </pc:sldMkLst>
        <pc:spChg chg="mod">
          <ac:chgData name="Mehn, Emmanuel T" userId="S::001117378@tarleton.edu::9dbe82b3-0e34-466d-bcd6-f2dcdf3f8bf0" providerId="AD" clId="Web-{D667F2BF-30A6-5C17-74F8-64F4103F9603}" dt="2026-04-27T17:06:01.942" v="13" actId="20577"/>
          <ac:spMkLst>
            <pc:docMk/>
            <pc:sldMk cId="0" sldId="279"/>
            <ac:spMk id="45" creationId="{00000000-0000-0000-0000-000000000000}"/>
          </ac:spMkLst>
        </pc:spChg>
      </pc:sldChg>
      <pc:sldChg chg="modSp ord">
        <pc:chgData name="Mehn, Emmanuel T" userId="S::001117378@tarleton.edu::9dbe82b3-0e34-466d-bcd6-f2dcdf3f8bf0" providerId="AD" clId="Web-{D667F2BF-30A6-5C17-74F8-64F4103F9603}" dt="2026-04-27T16:59:53.459" v="11"/>
        <pc:sldMkLst>
          <pc:docMk/>
          <pc:sldMk cId="3669567144" sldId="281"/>
        </pc:sldMkLst>
        <pc:spChg chg="mod">
          <ac:chgData name="Mehn, Emmanuel T" userId="S::001117378@tarleton.edu::9dbe82b3-0e34-466d-bcd6-f2dcdf3f8bf0" providerId="AD" clId="Web-{D667F2BF-30A6-5C17-74F8-64F4103F9603}" dt="2026-04-27T16:58:37.943" v="9" actId="20577"/>
          <ac:spMkLst>
            <pc:docMk/>
            <pc:sldMk cId="3669567144" sldId="281"/>
            <ac:spMk id="3" creationId="{13F4281C-5C46-D702-D04D-5F93C5C48C98}"/>
          </ac:spMkLst>
        </pc:spChg>
      </pc:sldChg>
    </pc:docChg>
  </pc:docChgLst>
  <pc:docChgLst>
    <pc:chgData name="Ivy, James M" userId="S::000866347@tarleton.edu::6beb59c5-9926-4bbe-886e-9577bc00b737" providerId="AD" clId="Web-{77309449-D9BA-5E0B-6CCA-5AF9342CBC30}"/>
    <pc:docChg chg="addSld modSld">
      <pc:chgData name="Ivy, James M" userId="S::000866347@tarleton.edu::6beb59c5-9926-4bbe-886e-9577bc00b737" providerId="AD" clId="Web-{77309449-D9BA-5E0B-6CCA-5AF9342CBC30}" dt="2026-04-27T17:14:38.674" v="422" actId="1076"/>
      <pc:docMkLst>
        <pc:docMk/>
      </pc:docMkLst>
      <pc:sldChg chg="modSp">
        <pc:chgData name="Ivy, James M" userId="S::000866347@tarleton.edu::6beb59c5-9926-4bbe-886e-9577bc00b737" providerId="AD" clId="Web-{77309449-D9BA-5E0B-6CCA-5AF9342CBC30}" dt="2026-04-27T17:11:39.233" v="385" actId="20577"/>
        <pc:sldMkLst>
          <pc:docMk/>
          <pc:sldMk cId="0" sldId="260"/>
        </pc:sldMkLst>
        <pc:spChg chg="mod">
          <ac:chgData name="Ivy, James M" userId="S::000866347@tarleton.edu::6beb59c5-9926-4bbe-886e-9577bc00b737" providerId="AD" clId="Web-{77309449-D9BA-5E0B-6CCA-5AF9342CBC30}" dt="2026-04-27T17:11:39.233" v="385" actId="20577"/>
          <ac:spMkLst>
            <pc:docMk/>
            <pc:sldMk cId="0" sldId="260"/>
            <ac:spMk id="4" creationId="{00000000-0000-0000-0000-000000000000}"/>
          </ac:spMkLst>
        </pc:spChg>
      </pc:sldChg>
      <pc:sldChg chg="modSp">
        <pc:chgData name="Ivy, James M" userId="S::000866347@tarleton.edu::6beb59c5-9926-4bbe-886e-9577bc00b737" providerId="AD" clId="Web-{77309449-D9BA-5E0B-6CCA-5AF9342CBC30}" dt="2026-04-27T17:11:59.452" v="392" actId="20577"/>
        <pc:sldMkLst>
          <pc:docMk/>
          <pc:sldMk cId="1850267780" sldId="268"/>
        </pc:sldMkLst>
        <pc:spChg chg="mod">
          <ac:chgData name="Ivy, James M" userId="S::000866347@tarleton.edu::6beb59c5-9926-4bbe-886e-9577bc00b737" providerId="AD" clId="Web-{77309449-D9BA-5E0B-6CCA-5AF9342CBC30}" dt="2026-04-27T17:11:59.452" v="392" actId="20577"/>
          <ac:spMkLst>
            <pc:docMk/>
            <pc:sldMk cId="1850267780" sldId="268"/>
            <ac:spMk id="4" creationId="{C0EB97ED-2D7F-D8EB-7877-683D1B3B845A}"/>
          </ac:spMkLst>
        </pc:spChg>
      </pc:sldChg>
      <pc:sldChg chg="modSp">
        <pc:chgData name="Ivy, James M" userId="S::000866347@tarleton.edu::6beb59c5-9926-4bbe-886e-9577bc00b737" providerId="AD" clId="Web-{77309449-D9BA-5E0B-6CCA-5AF9342CBC30}" dt="2026-04-27T17:11:50.452" v="389" actId="20577"/>
        <pc:sldMkLst>
          <pc:docMk/>
          <pc:sldMk cId="1796929763" sldId="271"/>
        </pc:sldMkLst>
        <pc:spChg chg="mod">
          <ac:chgData name="Ivy, James M" userId="S::000866347@tarleton.edu::6beb59c5-9926-4bbe-886e-9577bc00b737" providerId="AD" clId="Web-{77309449-D9BA-5E0B-6CCA-5AF9342CBC30}" dt="2026-04-27T17:11:50.452" v="389" actId="20577"/>
          <ac:spMkLst>
            <pc:docMk/>
            <pc:sldMk cId="1796929763" sldId="271"/>
            <ac:spMk id="5" creationId="{00000000-0000-0000-0000-000000000000}"/>
          </ac:spMkLst>
        </pc:spChg>
      </pc:sldChg>
      <pc:sldChg chg="delSp modSp">
        <pc:chgData name="Ivy, James M" userId="S::000866347@tarleton.edu::6beb59c5-9926-4bbe-886e-9577bc00b737" providerId="AD" clId="Web-{77309449-D9BA-5E0B-6CCA-5AF9342CBC30}" dt="2026-04-27T04:00:20.765" v="78" actId="1076"/>
        <pc:sldMkLst>
          <pc:docMk/>
          <pc:sldMk cId="301683328" sldId="274"/>
        </pc:sldMkLst>
        <pc:spChg chg="mod">
          <ac:chgData name="Ivy, James M" userId="S::000866347@tarleton.edu::6beb59c5-9926-4bbe-886e-9577bc00b737" providerId="AD" clId="Web-{77309449-D9BA-5E0B-6CCA-5AF9342CBC30}" dt="2026-04-27T03:56:31.483" v="20" actId="20577"/>
          <ac:spMkLst>
            <pc:docMk/>
            <pc:sldMk cId="301683328" sldId="274"/>
            <ac:spMk id="3" creationId="{64AC5259-B4DF-C145-1C91-473311B38B51}"/>
          </ac:spMkLst>
        </pc:spChg>
        <pc:spChg chg="mod">
          <ac:chgData name="Ivy, James M" userId="S::000866347@tarleton.edu::6beb59c5-9926-4bbe-886e-9577bc00b737" providerId="AD" clId="Web-{77309449-D9BA-5E0B-6CCA-5AF9342CBC30}" dt="2026-04-27T03:59:13.592" v="61" actId="20577"/>
          <ac:spMkLst>
            <pc:docMk/>
            <pc:sldMk cId="301683328" sldId="274"/>
            <ac:spMk id="25" creationId="{173C1DA8-7EE1-AE11-BBCC-5A3436813124}"/>
          </ac:spMkLst>
        </pc:spChg>
        <pc:spChg chg="mod">
          <ac:chgData name="Ivy, James M" userId="S::000866347@tarleton.edu::6beb59c5-9926-4bbe-886e-9577bc00b737" providerId="AD" clId="Web-{77309449-D9BA-5E0B-6CCA-5AF9342CBC30}" dt="2026-04-27T03:56:57.077" v="22" actId="20577"/>
          <ac:spMkLst>
            <pc:docMk/>
            <pc:sldMk cId="301683328" sldId="274"/>
            <ac:spMk id="51" creationId="{E99D8431-64E9-9B02-B638-E7350BFEC448}"/>
          </ac:spMkLst>
        </pc:spChg>
        <pc:spChg chg="mod">
          <ac:chgData name="Ivy, James M" userId="S::000866347@tarleton.edu::6beb59c5-9926-4bbe-886e-9577bc00b737" providerId="AD" clId="Web-{77309449-D9BA-5E0B-6CCA-5AF9342CBC30}" dt="2026-04-27T04:00:09.093" v="77" actId="20577"/>
          <ac:spMkLst>
            <pc:docMk/>
            <pc:sldMk cId="301683328" sldId="274"/>
            <ac:spMk id="52" creationId="{F2667BCB-9F79-F290-EB7B-D429F151D743}"/>
          </ac:spMkLst>
        </pc:spChg>
        <pc:picChg chg="mod">
          <ac:chgData name="Ivy, James M" userId="S::000866347@tarleton.edu::6beb59c5-9926-4bbe-886e-9577bc00b737" providerId="AD" clId="Web-{77309449-D9BA-5E0B-6CCA-5AF9342CBC30}" dt="2026-04-27T04:00:20.765" v="78" actId="1076"/>
          <ac:picMkLst>
            <pc:docMk/>
            <pc:sldMk cId="301683328" sldId="274"/>
            <ac:picMk id="53" creationId="{598BB350-71B0-A2BB-E978-2289A8CA8CC7}"/>
          </ac:picMkLst>
        </pc:picChg>
        <pc:picChg chg="mod">
          <ac:chgData name="Ivy, James M" userId="S::000866347@tarleton.edu::6beb59c5-9926-4bbe-886e-9577bc00b737" providerId="AD" clId="Web-{77309449-D9BA-5E0B-6CCA-5AF9342CBC30}" dt="2026-04-27T03:59:30.874" v="65" actId="14100"/>
          <ac:picMkLst>
            <pc:docMk/>
            <pc:sldMk cId="301683328" sldId="274"/>
            <ac:picMk id="54" creationId="{F006AEB5-31AE-3450-49FF-257D92CAEFBA}"/>
          </ac:picMkLst>
        </pc:picChg>
      </pc:sldChg>
      <pc:sldChg chg="modSp">
        <pc:chgData name="Ivy, James M" userId="S::000866347@tarleton.edu::6beb59c5-9926-4bbe-886e-9577bc00b737" providerId="AD" clId="Web-{77309449-D9BA-5E0B-6CCA-5AF9342CBC30}" dt="2026-04-27T17:11:44.936" v="387" actId="20577"/>
        <pc:sldMkLst>
          <pc:docMk/>
          <pc:sldMk cId="318904303" sldId="277"/>
        </pc:sldMkLst>
        <pc:spChg chg="mod">
          <ac:chgData name="Ivy, James M" userId="S::000866347@tarleton.edu::6beb59c5-9926-4bbe-886e-9577bc00b737" providerId="AD" clId="Web-{77309449-D9BA-5E0B-6CCA-5AF9342CBC30}" dt="2026-04-27T17:11:44.936" v="387" actId="20577"/>
          <ac:spMkLst>
            <pc:docMk/>
            <pc:sldMk cId="318904303" sldId="277"/>
            <ac:spMk id="4" creationId="{FBCC2DC8-E788-67CD-B9C3-B04D71BF58ED}"/>
          </ac:spMkLst>
        </pc:spChg>
      </pc:sldChg>
      <pc:sldChg chg="modSp">
        <pc:chgData name="Ivy, James M" userId="S::000866347@tarleton.edu::6beb59c5-9926-4bbe-886e-9577bc00b737" providerId="AD" clId="Web-{77309449-D9BA-5E0B-6CCA-5AF9342CBC30}" dt="2026-04-27T17:12:05.218" v="394" actId="20577"/>
        <pc:sldMkLst>
          <pc:docMk/>
          <pc:sldMk cId="623356161" sldId="278"/>
        </pc:sldMkLst>
        <pc:spChg chg="mod">
          <ac:chgData name="Ivy, James M" userId="S::000866347@tarleton.edu::6beb59c5-9926-4bbe-886e-9577bc00b737" providerId="AD" clId="Web-{77309449-D9BA-5E0B-6CCA-5AF9342CBC30}" dt="2026-04-27T17:12:05.218" v="394" actId="20577"/>
          <ac:spMkLst>
            <pc:docMk/>
            <pc:sldMk cId="623356161" sldId="278"/>
            <ac:spMk id="5" creationId="{4C9D2E04-96FB-4967-2A14-0118007381D1}"/>
          </ac:spMkLst>
        </pc:spChg>
      </pc:sldChg>
      <pc:sldChg chg="modSp">
        <pc:chgData name="Ivy, James M" userId="S::000866347@tarleton.edu::6beb59c5-9926-4bbe-886e-9577bc00b737" providerId="AD" clId="Web-{77309449-D9BA-5E0B-6CCA-5AF9342CBC30}" dt="2026-04-27T17:12:18.030" v="400" actId="20577"/>
        <pc:sldMkLst>
          <pc:docMk/>
          <pc:sldMk cId="0" sldId="279"/>
        </pc:sldMkLst>
        <pc:spChg chg="mod">
          <ac:chgData name="Ivy, James M" userId="S::000866347@tarleton.edu::6beb59c5-9926-4bbe-886e-9577bc00b737" providerId="AD" clId="Web-{77309449-D9BA-5E0B-6CCA-5AF9342CBC30}" dt="2026-04-27T17:12:18.030" v="400" actId="20577"/>
          <ac:spMkLst>
            <pc:docMk/>
            <pc:sldMk cId="0" sldId="279"/>
            <ac:spMk id="4" creationId="{00000000-0000-0000-0000-000000000000}"/>
          </ac:spMkLst>
        </pc:spChg>
      </pc:sldChg>
      <pc:sldChg chg="addSp delSp modSp add replId">
        <pc:chgData name="Ivy, James M" userId="S::000866347@tarleton.edu::6beb59c5-9926-4bbe-886e-9577bc00b737" providerId="AD" clId="Web-{77309449-D9BA-5E0B-6CCA-5AF9342CBC30}" dt="2026-04-27T04:14:15.306" v="228" actId="20577"/>
        <pc:sldMkLst>
          <pc:docMk/>
          <pc:sldMk cId="1341341052" sldId="280"/>
        </pc:sldMkLst>
        <pc:spChg chg="mod">
          <ac:chgData name="Ivy, James M" userId="S::000866347@tarleton.edu::6beb59c5-9926-4bbe-886e-9577bc00b737" providerId="AD" clId="Web-{77309449-D9BA-5E0B-6CCA-5AF9342CBC30}" dt="2026-04-27T04:01:54.097" v="106" actId="20577"/>
          <ac:spMkLst>
            <pc:docMk/>
            <pc:sldMk cId="1341341052" sldId="280"/>
            <ac:spMk id="3" creationId="{DDB638A6-2DC5-616E-043C-1F131DEC4BE1}"/>
          </ac:spMkLst>
        </pc:spChg>
        <pc:spChg chg="mod">
          <ac:chgData name="Ivy, James M" userId="S::000866347@tarleton.edu::6beb59c5-9926-4bbe-886e-9577bc00b737" providerId="AD" clId="Web-{77309449-D9BA-5E0B-6CCA-5AF9342CBC30}" dt="2026-04-27T04:14:15.306" v="228" actId="20577"/>
          <ac:spMkLst>
            <pc:docMk/>
            <pc:sldMk cId="1341341052" sldId="280"/>
            <ac:spMk id="4" creationId="{B834427C-872B-127F-42D1-BBA7F1EF4428}"/>
          </ac:spMkLst>
        </pc:spChg>
        <pc:spChg chg="mod">
          <ac:chgData name="Ivy, James M" userId="S::000866347@tarleton.edu::6beb59c5-9926-4bbe-886e-9577bc00b737" providerId="AD" clId="Web-{77309449-D9BA-5E0B-6CCA-5AF9342CBC30}" dt="2026-04-27T04:13:00.056" v="221" actId="20577"/>
          <ac:spMkLst>
            <pc:docMk/>
            <pc:sldMk cId="1341341052" sldId="280"/>
            <ac:spMk id="5" creationId="{A649D9C3-86BF-D411-8A41-9BC33AD12C62}"/>
          </ac:spMkLst>
        </pc:spChg>
        <pc:spChg chg="add mod">
          <ac:chgData name="Ivy, James M" userId="S::000866347@tarleton.edu::6beb59c5-9926-4bbe-886e-9577bc00b737" providerId="AD" clId="Web-{77309449-D9BA-5E0B-6CCA-5AF9342CBC30}" dt="2026-04-27T04:13:17.212" v="226" actId="20577"/>
          <ac:spMkLst>
            <pc:docMk/>
            <pc:sldMk cId="1341341052" sldId="280"/>
            <ac:spMk id="6" creationId="{B2652EF6-F002-7A61-A6E5-0044392B4D37}"/>
          </ac:spMkLst>
        </pc:spChg>
        <pc:spChg chg="add mod">
          <ac:chgData name="Ivy, James M" userId="S::000866347@tarleton.edu::6beb59c5-9926-4bbe-886e-9577bc00b737" providerId="AD" clId="Web-{77309449-D9BA-5E0B-6CCA-5AF9342CBC30}" dt="2026-04-27T04:12:00.946" v="210" actId="20577"/>
          <ac:spMkLst>
            <pc:docMk/>
            <pc:sldMk cId="1341341052" sldId="280"/>
            <ac:spMk id="7" creationId="{67772E95-D5F0-44E1-6E68-F5AF1DE447F4}"/>
          </ac:spMkLst>
        </pc:spChg>
        <pc:spChg chg="mod">
          <ac:chgData name="Ivy, James M" userId="S::000866347@tarleton.edu::6beb59c5-9926-4bbe-886e-9577bc00b737" providerId="AD" clId="Web-{77309449-D9BA-5E0B-6CCA-5AF9342CBC30}" dt="2026-04-27T04:12:31.274" v="213" actId="1076"/>
          <ac:spMkLst>
            <pc:docMk/>
            <pc:sldMk cId="1341341052" sldId="280"/>
            <ac:spMk id="25" creationId="{605D96EF-4BD9-B3EE-6C63-728265257628}"/>
          </ac:spMkLst>
        </pc:spChg>
        <pc:spChg chg="mod">
          <ac:chgData name="Ivy, James M" userId="S::000866347@tarleton.edu::6beb59c5-9926-4bbe-886e-9577bc00b737" providerId="AD" clId="Web-{77309449-D9BA-5E0B-6CCA-5AF9342CBC30}" dt="2026-04-27T04:12:08.712" v="211" actId="20577"/>
          <ac:spMkLst>
            <pc:docMk/>
            <pc:sldMk cId="1341341052" sldId="280"/>
            <ac:spMk id="26" creationId="{1D59B8B6-EB6C-A899-0933-B2794E700045}"/>
          </ac:spMkLst>
        </pc:spChg>
      </pc:sldChg>
      <pc:sldChg chg="addSp delSp modSp add replId">
        <pc:chgData name="Ivy, James M" userId="S::000866347@tarleton.edu::6beb59c5-9926-4bbe-886e-9577bc00b737" providerId="AD" clId="Web-{77309449-D9BA-5E0B-6CCA-5AF9342CBC30}" dt="2026-04-27T17:14:38.674" v="422" actId="1076"/>
        <pc:sldMkLst>
          <pc:docMk/>
          <pc:sldMk cId="3669567144" sldId="281"/>
        </pc:sldMkLst>
        <pc:spChg chg="mod">
          <ac:chgData name="Ivy, James M" userId="S::000866347@tarleton.edu::6beb59c5-9926-4bbe-886e-9577bc00b737" providerId="AD" clId="Web-{77309449-D9BA-5E0B-6CCA-5AF9342CBC30}" dt="2026-04-27T04:15:20.259" v="243" actId="20577"/>
          <ac:spMkLst>
            <pc:docMk/>
            <pc:sldMk cId="3669567144" sldId="281"/>
            <ac:spMk id="3" creationId="{13F4281C-5C46-D702-D04D-5F93C5C48C98}"/>
          </ac:spMkLst>
        </pc:spChg>
        <pc:spChg chg="mod">
          <ac:chgData name="Ivy, James M" userId="S::000866347@tarleton.edu::6beb59c5-9926-4bbe-886e-9577bc00b737" providerId="AD" clId="Web-{77309449-D9BA-5E0B-6CCA-5AF9342CBC30}" dt="2026-04-27T17:12:12.186" v="398" actId="20577"/>
          <ac:spMkLst>
            <pc:docMk/>
            <pc:sldMk cId="3669567144" sldId="281"/>
            <ac:spMk id="4" creationId="{F64DE8F2-04FD-4069-30F0-3330CBD664BC}"/>
          </ac:spMkLst>
        </pc:spChg>
        <pc:spChg chg="mod">
          <ac:chgData name="Ivy, James M" userId="S::000866347@tarleton.edu::6beb59c5-9926-4bbe-886e-9577bc00b737" providerId="AD" clId="Web-{77309449-D9BA-5E0B-6CCA-5AF9342CBC30}" dt="2026-04-27T04:15:40.650" v="254" actId="1076"/>
          <ac:spMkLst>
            <pc:docMk/>
            <pc:sldMk cId="3669567144" sldId="281"/>
            <ac:spMk id="5" creationId="{FBFBC9EA-0767-9F1B-F4AA-9F6D3F86D742}"/>
          </ac:spMkLst>
        </pc:spChg>
        <pc:spChg chg="mod">
          <ac:chgData name="Ivy, James M" userId="S::000866347@tarleton.edu::6beb59c5-9926-4bbe-886e-9577bc00b737" providerId="AD" clId="Web-{77309449-D9BA-5E0B-6CCA-5AF9342CBC30}" dt="2026-04-27T04:23:06.140" v="339" actId="1076"/>
          <ac:spMkLst>
            <pc:docMk/>
            <pc:sldMk cId="3669567144" sldId="281"/>
            <ac:spMk id="6" creationId="{9400E504-9C97-8149-BAB6-DC530E083FAE}"/>
          </ac:spMkLst>
        </pc:spChg>
        <pc:spChg chg="mod">
          <ac:chgData name="Ivy, James M" userId="S::000866347@tarleton.edu::6beb59c5-9926-4bbe-886e-9577bc00b737" providerId="AD" clId="Web-{77309449-D9BA-5E0B-6CCA-5AF9342CBC30}" dt="2026-04-27T17:13:20.750" v="405" actId="1076"/>
          <ac:spMkLst>
            <pc:docMk/>
            <pc:sldMk cId="3669567144" sldId="281"/>
            <ac:spMk id="7" creationId="{1B045205-C018-C6B2-FE3B-7B28BB1F8A9C}"/>
          </ac:spMkLst>
        </pc:spChg>
        <pc:spChg chg="add mod">
          <ac:chgData name="Ivy, James M" userId="S::000866347@tarleton.edu::6beb59c5-9926-4bbe-886e-9577bc00b737" providerId="AD" clId="Web-{77309449-D9BA-5E0B-6CCA-5AF9342CBC30}" dt="2026-04-27T17:10:26.559" v="375" actId="1076"/>
          <ac:spMkLst>
            <pc:docMk/>
            <pc:sldMk cId="3669567144" sldId="281"/>
            <ac:spMk id="8" creationId="{078E27F8-0BEC-8D6F-A70D-752C65E5A7AD}"/>
          </ac:spMkLst>
        </pc:spChg>
        <pc:spChg chg="add mod">
          <ac:chgData name="Ivy, James M" userId="S::000866347@tarleton.edu::6beb59c5-9926-4bbe-886e-9577bc00b737" providerId="AD" clId="Web-{77309449-D9BA-5E0B-6CCA-5AF9342CBC30}" dt="2026-04-27T17:10:19.887" v="374" actId="1076"/>
          <ac:spMkLst>
            <pc:docMk/>
            <pc:sldMk cId="3669567144" sldId="281"/>
            <ac:spMk id="10" creationId="{3D64054E-3506-8542-1B89-712C8DB388EB}"/>
          </ac:spMkLst>
        </pc:spChg>
        <pc:spChg chg="add mod">
          <ac:chgData name="Ivy, James M" userId="S::000866347@tarleton.edu::6beb59c5-9926-4bbe-886e-9577bc00b737" providerId="AD" clId="Web-{77309449-D9BA-5E0B-6CCA-5AF9342CBC30}" dt="2026-04-27T17:13:56.126" v="412" actId="20577"/>
          <ac:spMkLst>
            <pc:docMk/>
            <pc:sldMk cId="3669567144" sldId="281"/>
            <ac:spMk id="11" creationId="{97742043-3624-B347-0B75-E3D768C4F088}"/>
          </ac:spMkLst>
        </pc:spChg>
        <pc:spChg chg="add mod">
          <ac:chgData name="Ivy, James M" userId="S::000866347@tarleton.edu::6beb59c5-9926-4bbe-886e-9577bc00b737" providerId="AD" clId="Web-{77309449-D9BA-5E0B-6CCA-5AF9342CBC30}" dt="2026-04-27T17:14:38.674" v="422" actId="1076"/>
          <ac:spMkLst>
            <pc:docMk/>
            <pc:sldMk cId="3669567144" sldId="281"/>
            <ac:spMk id="13" creationId="{1929B461-1C35-FF9A-AD65-27EDDC772D44}"/>
          </ac:spMkLst>
        </pc:spChg>
        <pc:spChg chg="mod">
          <ac:chgData name="Ivy, James M" userId="S::000866347@tarleton.edu::6beb59c5-9926-4bbe-886e-9577bc00b737" providerId="AD" clId="Web-{77309449-D9BA-5E0B-6CCA-5AF9342CBC30}" dt="2026-04-27T17:13:09.375" v="404" actId="20577"/>
          <ac:spMkLst>
            <pc:docMk/>
            <pc:sldMk cId="3669567144" sldId="281"/>
            <ac:spMk id="25" creationId="{FEFBAAF0-DDF3-FB59-4E91-52A9537BDDDE}"/>
          </ac:spMkLst>
        </pc:spChg>
      </pc:sldChg>
    </pc:docChg>
  </pc:docChgLst>
  <pc:docChgLst>
    <pc:chgData name="Mehn, Emmanuel T" userId="S::001117378@tarleton.edu::9dbe82b3-0e34-466d-bcd6-f2dcdf3f8bf0" providerId="AD" clId="Web-{7EA945A1-5187-93C3-5CCB-038EF03F428C}"/>
    <pc:docChg chg="modSld sldOrd">
      <pc:chgData name="Mehn, Emmanuel T" userId="S::001117378@tarleton.edu::9dbe82b3-0e34-466d-bcd6-f2dcdf3f8bf0" providerId="AD" clId="Web-{7EA945A1-5187-93C3-5CCB-038EF03F428C}" dt="2026-04-27T16:34:45.728" v="17" actId="1076"/>
      <pc:docMkLst>
        <pc:docMk/>
      </pc:docMkLst>
      <pc:sldChg chg="ord">
        <pc:chgData name="Mehn, Emmanuel T" userId="S::001117378@tarleton.edu::9dbe82b3-0e34-466d-bcd6-f2dcdf3f8bf0" providerId="AD" clId="Web-{7EA945A1-5187-93C3-5CCB-038EF03F428C}" dt="2026-04-27T15:50:43.912" v="0"/>
        <pc:sldMkLst>
          <pc:docMk/>
          <pc:sldMk cId="1850267780" sldId="268"/>
        </pc:sldMkLst>
      </pc:sldChg>
      <pc:sldChg chg="modSp">
        <pc:chgData name="Mehn, Emmanuel T" userId="S::001117378@tarleton.edu::9dbe82b3-0e34-466d-bcd6-f2dcdf3f8bf0" providerId="AD" clId="Web-{7EA945A1-5187-93C3-5CCB-038EF03F428C}" dt="2026-04-27T16:09:01.437" v="13" actId="20577"/>
        <pc:sldMkLst>
          <pc:docMk/>
          <pc:sldMk cId="1796929763" sldId="271"/>
        </pc:sldMkLst>
        <pc:spChg chg="mod">
          <ac:chgData name="Mehn, Emmanuel T" userId="S::001117378@tarleton.edu::9dbe82b3-0e34-466d-bcd6-f2dcdf3f8bf0" providerId="AD" clId="Web-{7EA945A1-5187-93C3-5CCB-038EF03F428C}" dt="2026-04-27T16:09:01.437" v="13" actId="20577"/>
          <ac:spMkLst>
            <pc:docMk/>
            <pc:sldMk cId="1796929763" sldId="271"/>
            <ac:spMk id="11" creationId="{00000000-0000-0000-0000-000000000000}"/>
          </ac:spMkLst>
        </pc:spChg>
      </pc:sldChg>
      <pc:sldChg chg="addSp delSp modSp ord">
        <pc:chgData name="Mehn, Emmanuel T" userId="S::001117378@tarleton.edu::9dbe82b3-0e34-466d-bcd6-f2dcdf3f8bf0" providerId="AD" clId="Web-{7EA945A1-5187-93C3-5CCB-038EF03F428C}" dt="2026-04-27T16:34:45.728" v="17" actId="1076"/>
        <pc:sldMkLst>
          <pc:docMk/>
          <pc:sldMk cId="623356161" sldId="27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821834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txBody>
          <a:bodyPr/>
          <a:lstStyle/>
          <a:p>
            <a:endParaRPr lang="en-US"/>
          </a:p>
        </p:txBody>
      </p:sp>
      <p:sp>
        <p:nvSpPr>
          <p:cNvPr id="3" name="Notes Placeholder 2"/>
          <p:cNvSpPr>
            <a:spLocks noGrp="1"/>
          </p:cNvSpPr>
          <p:nvPr>
            <p:ph type="body" idx="1"/>
          </p:nvPr>
        </p:nvSpPr>
        <p:spPr>
          <a:xfrm>
            <a:off x="514350" y="4400550"/>
            <a:ext cx="4114800" cy="3600450"/>
          </a:xfrm>
          <a:prstGeom prst="rect">
            <a:avLst/>
          </a:prstGeom>
        </p:spPr>
        <p:txBody>
          <a:bodyPr/>
          <a:lstStyle/>
          <a:p>
            <a:r>
              <a:rPr lang="en-US"/>
              <a:t>Open with the IPS definition to make sure the audience understands the distinction, an IDS just alerts, but IPS actually blocks. Our system is a true IPS: it bans the offending IP automatically. Hit the three problem points concisely: the IoT attack surface is exploding (30 billion devices by 2030), embedded hardware can't run traditional tools, and cloud-based solutions introduce too much latency for real-time response. Then pivot to our thesis: we solved all three problems with a single lightweight system running directly on a $35 Raspberry Pi 4. Briefly mention each of the three components, </a:t>
            </a:r>
            <a:r>
              <a:rPr lang="en-US" err="1"/>
              <a:t>IsolationForest</a:t>
            </a:r>
            <a:r>
              <a:rPr lang="en-US"/>
              <a:t> for HTTP, BiLSTM for temporal sequences, and the LoRa layer for radio-frequency attacks and how they complement each other.</a:t>
            </a:r>
          </a:p>
        </p:txBody>
      </p:sp>
    </p:spTree>
    <p:extLst>
      <p:ext uri="{BB962C8B-B14F-4D97-AF65-F5344CB8AC3E}">
        <p14:creationId xmlns:p14="http://schemas.microsoft.com/office/powerpoint/2010/main" val="24059793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BD7A5C-327E-F6B0-33DE-3D08CAEAE4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4FFAA7-E283-8DF7-7105-8E8F77407332}"/>
              </a:ext>
            </a:extLst>
          </p:cNvPr>
          <p:cNvSpPr>
            <a:spLocks noGrp="1" noRot="1" noChangeAspect="1"/>
          </p:cNvSpPr>
          <p:nvPr>
            <p:ph type="sldImg"/>
          </p:nvPr>
        </p:nvSpPr>
        <p:spPr>
          <a:xfrm>
            <a:off x="-171450" y="1143000"/>
            <a:ext cx="5486400" cy="3086100"/>
          </a:xfrm>
          <a:prstGeom prst="rect">
            <a:avLst/>
          </a:prstGeom>
          <a:noFill/>
          <a:ln w="12700">
            <a:solidFill>
              <a:prstClr val="black"/>
            </a:solidFill>
          </a:ln>
        </p:spPr>
        <p:txBody>
          <a:bodyPr/>
          <a:lstStyle/>
          <a:p>
            <a:endParaRPr lang="en-US"/>
          </a:p>
        </p:txBody>
      </p:sp>
      <p:sp>
        <p:nvSpPr>
          <p:cNvPr id="3" name="Notes Placeholder 2">
            <a:extLst>
              <a:ext uri="{FF2B5EF4-FFF2-40B4-BE49-F238E27FC236}">
                <a16:creationId xmlns:a16="http://schemas.microsoft.com/office/drawing/2014/main" id="{F8FFBE44-924B-8ABA-81F7-5FCB6B0A198B}"/>
              </a:ext>
            </a:extLst>
          </p:cNvPr>
          <p:cNvSpPr>
            <a:spLocks noGrp="1"/>
          </p:cNvSpPr>
          <p:nvPr>
            <p:ph type="body" idx="1"/>
          </p:nvPr>
        </p:nvSpPr>
        <p:spPr>
          <a:xfrm>
            <a:off x="514350" y="4400550"/>
            <a:ext cx="4114800" cy="3600450"/>
          </a:xfrm>
          <a:prstGeom prst="rect">
            <a:avLst/>
          </a:prstGeom>
        </p:spPr>
        <p:txBody>
          <a:bodyPr/>
          <a:lstStyle/>
          <a:p>
            <a:endParaRPr lang="en-US"/>
          </a:p>
        </p:txBody>
      </p:sp>
    </p:spTree>
    <p:extLst>
      <p:ext uri="{BB962C8B-B14F-4D97-AF65-F5344CB8AC3E}">
        <p14:creationId xmlns:p14="http://schemas.microsoft.com/office/powerpoint/2010/main" val="14777950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txBody>
          <a:bodyPr/>
          <a:lstStyle/>
          <a:p>
            <a:endParaRPr lang="en-US"/>
          </a:p>
        </p:txBody>
      </p:sp>
      <p:sp>
        <p:nvSpPr>
          <p:cNvPr id="3" name="Notes Placeholder 2"/>
          <p:cNvSpPr>
            <a:spLocks noGrp="1"/>
          </p:cNvSpPr>
          <p:nvPr>
            <p:ph type="body" idx="1"/>
          </p:nvPr>
        </p:nvSpPr>
        <p:spPr>
          <a:xfrm>
            <a:off x="514350" y="4400550"/>
            <a:ext cx="4114800" cy="3600450"/>
          </a:xfrm>
          <a:prstGeom prst="rect">
            <a:avLst/>
          </a:prstGeom>
        </p:spPr>
        <p:txBody>
          <a:bodyPr/>
          <a:lstStyle/>
          <a:p>
            <a:r>
              <a:rPr lang="en-US"/>
              <a:t>Walk through the Gantt briefly, the project ran 15 weeks. Data collection started early and overlapped with all development phases since we needed live traffic to train on. Attack simulation came last once the models were deployed. For the responsibility matrix, be direct: Andrew led </a:t>
            </a:r>
            <a:r>
              <a:rPr lang="en-US" err="1"/>
              <a:t>IsolationForest</a:t>
            </a:r>
            <a:r>
              <a:rPr lang="en-US"/>
              <a:t>, Emmanuel led the LSTM model, James led LoRa implementation. All three members shared data collection, live deployment, and attack simulation equally. This is a good moment to note that the three modules were designed to be independent, each could be developed and tested in parallel, which is reflected in how the Gantt bars overlap.</a:t>
            </a:r>
          </a:p>
        </p:txBody>
      </p:sp>
    </p:spTree>
    <p:extLst>
      <p:ext uri="{BB962C8B-B14F-4D97-AF65-F5344CB8AC3E}">
        <p14:creationId xmlns:p14="http://schemas.microsoft.com/office/powerpoint/2010/main" val="1678583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9BA5A-4DF6-A971-AE8A-5CEAF8286D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02C54B-3DC1-36EA-4407-08E7DE80C1B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A4F79B9-BC81-D57B-0B34-070984BDD3B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6318423-E511-2CEA-9F7D-FC41D3B35DB5}"/>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4380134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6451A3-C9C9-D5ED-7DD5-923455FF2C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ED8B33-C216-A8F7-51C6-FA9F7D05324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5680249-7E3D-7237-A7D2-9DCA6466BE5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3EDE80A-2798-38E7-B158-FAB3D609B6CA}"/>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21802132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Explain why Isolation Forest was chosen: it's unsupervised, meaning it only needs normal traffic to train on, no labelled attack data required. It learns what normal looks like and flags anything that deviates. The intuition behind it: anomalies are easier to isolate in a random tree structure because they sit far from the dense clusters of normal data, so they get separated in fewer splits. Normal traffic needs many splits to isolate. Walk through the detection pipeline: every HTTP request is scored, anything below −0.3 is flagged as anomalous, three strikes and the IPS is automatically banned for 120 seconds. The five features: packet size, packet rate, byte rate, source port, and endpoint code, were chosen because they capture both volumetric attacks like DoS floods and behavioral anomalies like probing unknown endpoints.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BCADD-F0CF-F812-0397-BEE48048F0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AFCC1C-1CFB-4CEA-0636-375E34B8CC4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BB14179-B497-C4F4-AAF2-322D92429250}"/>
              </a:ext>
            </a:extLst>
          </p:cNvPr>
          <p:cNvSpPr>
            <a:spLocks noGrp="1"/>
          </p:cNvSpPr>
          <p:nvPr>
            <p:ph type="body" idx="1"/>
          </p:nvPr>
        </p:nvSpPr>
        <p:spPr/>
        <p:txBody>
          <a:bodyPr/>
          <a:lstStyle/>
          <a:p>
            <a:r>
              <a:rPr lang="en-US"/>
              <a:t>Explain why Isolation Forest was chosen: it's unsupervised, meaning it only needs normal traffic to train on, no labelled attack data required. It learns what normal looks like and flags anything that deviates. The intuition behind it: anomalies are easier to isolate in a random tree structure because they sit far from the dense clusters of normal data, so they get separated in fewer splits. Normal traffic needs many splits to isolate. Walk through the detection pipeline: every HTTP request is scored, anything below −0.3 is flagged as anomalous, three strikes and the IPS is automatically banned for 120 seconds. The five features: packet size, packet rate, byte rate, source port, and endpoint code, were chosen because they capture both volumetric attacks like DoS floods and behavioral anomalies like probing unknown endpoints.</a:t>
            </a:r>
          </a:p>
        </p:txBody>
      </p:sp>
      <p:sp>
        <p:nvSpPr>
          <p:cNvPr id="4" name="Slide Number Placeholder 3">
            <a:extLst>
              <a:ext uri="{FF2B5EF4-FFF2-40B4-BE49-F238E27FC236}">
                <a16:creationId xmlns:a16="http://schemas.microsoft.com/office/drawing/2014/main" id="{23D89F79-4921-A254-8647-3E21FD26EA8A}"/>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3170094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SPEAKER NOTES — BiLSTM Slide
WHAT IS BiLSTM?
BiLSTM stands for Bidirectional Long Short-Term Memory. It is a type of recurrent neural network (RNN) that extends the standard LSTM by processing input sequences in both directions — forward (past to future) and backward (future to past) — simultaneously. This gives the model access to full context from both sides of a sequence, which is critical when detecting attacks that unfold over time.
WHY IS BiLSTM GOOD FOR IDS/IPS?
Network intrusion attacks are not single events — they are sequences of packets and connections that evolve over time. A DoS attack, for example, shows a pattern of increasing traffic volume over multiple time steps. Standard rule-based systems miss these patterns. BiLSTM captures temporal dependencies in both directions, meaning it can recognize the buildup of an attack before it fully materializes, as well as patterns that only make sense when viewed in reverse context.
WHY DID WE CHOOSE BiLSTM?
We chose BiLSTM over a standard LSTM because bidirectional processing significantly improves the model's ability to capture context in network traffic sequences. We also compared it against traditional ML approaches — the sequential, time-dependent nature of intrusion data makes deep learning models like BiLSTM a natural fit. Studies such as Cho et al. (2014) on sequence modeling and research published in IEEE on LSTM-based IDS systems supported our choice.
HOW DID WE IMPLEMENT IT?
We used the NSL-KDD dataset, a widely accepted benchmark for intrusion detection research. Features were normalized and encoded. We built the model using TensorFlow and </a:t>
            </a:r>
            <a:r>
              <a:rPr lang="en-US" err="1"/>
              <a:t>Keras</a:t>
            </a:r>
            <a:r>
              <a:rPr lang="en-US"/>
              <a:t> — two LSTM layers (forward and backward) whose outputs were concatenated and passed through a dense fully connected layer, then to a </a:t>
            </a:r>
            <a:r>
              <a:rPr lang="en-US" err="1"/>
              <a:t>softmax</a:t>
            </a:r>
            <a:r>
              <a:rPr lang="en-US"/>
              <a:t>/sigmoid output layer for classification. We trained for multiple epochs with early stopping to prevent overfitting.
HOW DOES IT WORK? (explain the diagram)
Looking at the architecture on the right:
1. Input layer receives the normalized network traffic features
2. Two LSTM layers process the same input simultaneously — one forward, one backward
3. Their outputs are concatenated into a single merged vector
4. A dense layer reduces dimensionality and extracts high-level features
5. The output layer classifies the traffic as Normal or one of several Attack categories
RELEVANT STUDIES AND REAL-WORLD USE:
- Hochreiter &amp; </a:t>
            </a:r>
            <a:r>
              <a:rPr lang="en-US" err="1"/>
              <a:t>Schmidhuber</a:t>
            </a:r>
            <a:r>
              <a:rPr lang="en-US"/>
              <a:t> (1997) — original LSTM paper
- Schuster &amp; Paliwal (1997) — introduced BiLSTM architecture
- NSL-KDD benchmark dataset — Tavallaee et al. (2009)
- IEEE papers on LSTM-based network intrusion detection (2019–2023)
Real-world applications: enterprise network monitoring, financial fraud detection, malware traffic classification, and anomaly detection in cloud environments.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747536-FF89-4F17-B973-3F239C2427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12C270-A228-C002-92D2-4FE1C23E419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C77F998-E17C-5036-62BF-38719E2CA6E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EF3BDE2-3A16-4E39-EC04-58F6FAB8547D}"/>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23965345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DE4B64-C67B-7A43-CD2C-E6A2035167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DFB7E5-16EF-69A1-D955-F9FF031727B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DBCED3F-EE14-FF83-0FA6-35318BBEA638}"/>
              </a:ext>
            </a:extLst>
          </p:cNvPr>
          <p:cNvSpPr>
            <a:spLocks noGrp="1"/>
          </p:cNvSpPr>
          <p:nvPr>
            <p:ph type="body" idx="1"/>
          </p:nvPr>
        </p:nvSpPr>
        <p:spPr/>
        <p:txBody>
          <a:bodyPr/>
          <a:lstStyle/>
          <a:p>
            <a:r>
              <a:rPr lang="en-US"/>
              <a:t>SPEAKER NOTES — BiLSTM Slide
WHAT IS BiLSTM?
BiLSTM stands for Bidirectional Long Short-Term Memory. It is a type of recurrent neural network (RNN) that extends the standard LSTM by processing input sequences in both directions — forward (past to future) and backward (future to past) — simultaneously. This gives the model access to full context from both sides of a sequence, which is critical when detecting attacks that unfold over time.
WHY IS BiLSTM GOOD FOR IDS/IPS?
Network intrusion attacks are not single events — they are sequences of packets and connections that evolve over time. A DoS attack, for example, shows a pattern of increasing traffic volume over multiple time steps. Standard rule-based systems miss these patterns. BiLSTM captures temporal dependencies in both directions, meaning it can recognize the buildup of an attack before it fully materializes, as well as patterns that only make sense when viewed in reverse context.
WHY DID WE CHOOSE BiLSTM?
We chose BiLSTM over a standard LSTM because bidirectional processing significantly improves the model's ability to capture context in network traffic sequences. We also compared it against traditional ML approaches — the sequential, time-dependent nature of intrusion data makes deep learning models like BiLSTM a natural fit. Studies such as Cho et al. (2014) on sequence modeling and research published in IEEE on LSTM-based IDS systems supported our choice.
HOW DID WE IMPLEMENT IT?
We used the NSL-KDD dataset, a widely accepted benchmark for intrusion detection research. Features were normalized and encoded. We built the model using TensorFlow and </a:t>
            </a:r>
            <a:r>
              <a:rPr lang="en-US" err="1"/>
              <a:t>Keras</a:t>
            </a:r>
            <a:r>
              <a:rPr lang="en-US"/>
              <a:t> — two LSTM layers (forward and backward) whose outputs were concatenated and passed through a dense fully connected layer, then to a </a:t>
            </a:r>
            <a:r>
              <a:rPr lang="en-US" err="1"/>
              <a:t>softmax</a:t>
            </a:r>
            <a:r>
              <a:rPr lang="en-US"/>
              <a:t>/sigmoid output layer for classification. We trained for multiple epochs with early stopping to prevent overfitting.
HOW DOES IT WORK? (explain the diagram)
Looking at the architecture on the right:
1. Input layer receives the normalized network traffic features
2. Two LSTM layers process the same input simultaneously — one forward, one backward
3. Their outputs are concatenated into a single merged vector
4. A dense layer reduces dimensionality and extracts high-level features
5. The output layer classifies the traffic as Normal or one of several Attack categories
RELEVANT STUDIES AND REAL-WORLD USE:
- Hochreiter &amp; </a:t>
            </a:r>
            <a:r>
              <a:rPr lang="en-US" err="1"/>
              <a:t>Schmidhuber</a:t>
            </a:r>
            <a:r>
              <a:rPr lang="en-US"/>
              <a:t> (1997) — original LSTM paper
- Schuster &amp; Paliwal (1997) — introduced BiLSTM architecture
- NSL-KDD benchmark dataset — Tavallaee et al. (2009)
- IEEE papers on LSTM-based network intrusion detection (2019–2023)
Real-world applications: enterprise network monitoring, financial fraud detection, malware traffic classification, and anomaly detection in cloud environments.</a:t>
            </a:r>
          </a:p>
        </p:txBody>
      </p:sp>
      <p:sp>
        <p:nvSpPr>
          <p:cNvPr id="4" name="Slide Number Placeholder 3">
            <a:extLst>
              <a:ext uri="{FF2B5EF4-FFF2-40B4-BE49-F238E27FC236}">
                <a16:creationId xmlns:a16="http://schemas.microsoft.com/office/drawing/2014/main" id="{F801BD61-9199-17E0-FF04-97EFEF2B273F}"/>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25991594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167963-48A3-0458-0763-6ACACEA000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8C39A5-09DF-9914-0140-33C67956297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ADF54FF-67B8-A621-7CDD-55105EC3FB7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0C2F6F9-E05B-C2B6-EE53-F4D26342E128}"/>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19580165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0B4D8"/>
          </a:solidFill>
          <a:ln/>
        </p:spPr>
        <p:txBody>
          <a:bodyPr/>
          <a:lstStyle/>
          <a:p>
            <a:endParaRPr lang="en-US"/>
          </a:p>
        </p:txBody>
      </p:sp>
      <p:sp>
        <p:nvSpPr>
          <p:cNvPr id="3" name="Shape 1"/>
          <p:cNvSpPr/>
          <p:nvPr/>
        </p:nvSpPr>
        <p:spPr>
          <a:xfrm>
            <a:off x="6217920" y="-457200"/>
            <a:ext cx="3840480" cy="3840480"/>
          </a:xfrm>
          <a:prstGeom prst="ellipse">
            <a:avLst/>
          </a:prstGeom>
          <a:solidFill>
            <a:srgbClr val="1B4F72">
              <a:alpha val="40000"/>
            </a:srgbClr>
          </a:solidFill>
          <a:ln w="12700">
            <a:solidFill>
              <a:srgbClr val="1B4F72">
                <a:alpha val="40000"/>
              </a:srgbClr>
            </a:solidFill>
            <a:prstDash val="solid"/>
          </a:ln>
        </p:spPr>
        <p:txBody>
          <a:bodyPr/>
          <a:lstStyle/>
          <a:p>
            <a:endParaRPr lang="en-US"/>
          </a:p>
        </p:txBody>
      </p:sp>
      <p:sp>
        <p:nvSpPr>
          <p:cNvPr id="4" name="Shape 2"/>
          <p:cNvSpPr/>
          <p:nvPr/>
        </p:nvSpPr>
        <p:spPr>
          <a:xfrm>
            <a:off x="6858000" y="182880"/>
            <a:ext cx="2560320" cy="2560320"/>
          </a:xfrm>
          <a:prstGeom prst="ellipse">
            <a:avLst/>
          </a:prstGeom>
          <a:solidFill>
            <a:srgbClr val="00B4D8">
              <a:alpha val="20000"/>
            </a:srgbClr>
          </a:solidFill>
          <a:ln w="12700">
            <a:solidFill>
              <a:srgbClr val="00B4D8">
                <a:alpha val="40000"/>
              </a:srgbClr>
            </a:solidFill>
            <a:prstDash val="solid"/>
          </a:ln>
        </p:spPr>
        <p:txBody>
          <a:bodyPr/>
          <a:lstStyle/>
          <a:p>
            <a:endParaRPr lang="en-US"/>
          </a:p>
        </p:txBody>
      </p:sp>
      <p:sp>
        <p:nvSpPr>
          <p:cNvPr id="5" name="Text 3"/>
          <p:cNvSpPr/>
          <p:nvPr/>
        </p:nvSpPr>
        <p:spPr>
          <a:xfrm>
            <a:off x="411480" y="731520"/>
            <a:ext cx="8229600" cy="1645920"/>
          </a:xfrm>
          <a:prstGeom prst="rect">
            <a:avLst/>
          </a:prstGeom>
          <a:noFill/>
          <a:ln/>
        </p:spPr>
        <p:txBody>
          <a:bodyPr wrap="square" rtlCol="0" anchor="t"/>
          <a:lstStyle/>
          <a:p>
            <a:pPr marL="0" indent="0" algn="l">
              <a:buNone/>
            </a:pPr>
            <a:r>
              <a:rPr lang="en-US" sz="3600" b="1">
                <a:solidFill>
                  <a:srgbClr val="FFFFFF"/>
                </a:solidFill>
                <a:latin typeface="Calibri" pitchFamily="34" charset="0"/>
                <a:ea typeface="Calibri" pitchFamily="34" charset="-122"/>
                <a:cs typeface="Calibri" pitchFamily="34" charset="-120"/>
              </a:rPr>
              <a:t>Intrusion Prevention System</a:t>
            </a:r>
            <a:endParaRPr lang="en-US" sz="3600"/>
          </a:p>
          <a:p>
            <a:pPr marL="0" indent="0" algn="l">
              <a:buNone/>
            </a:pPr>
            <a:r>
              <a:rPr lang="en-US" sz="3600" b="1">
                <a:solidFill>
                  <a:srgbClr val="FFFFFF"/>
                </a:solidFill>
                <a:latin typeface="Calibri" pitchFamily="34" charset="0"/>
                <a:ea typeface="Calibri" pitchFamily="34" charset="-122"/>
                <a:cs typeface="Calibri" pitchFamily="34" charset="-120"/>
              </a:rPr>
              <a:t>for Live IoT Network</a:t>
            </a:r>
            <a:endParaRPr lang="en-US" sz="3600"/>
          </a:p>
        </p:txBody>
      </p:sp>
      <p:sp>
        <p:nvSpPr>
          <p:cNvPr id="6" name="Text 4"/>
          <p:cNvSpPr/>
          <p:nvPr/>
        </p:nvSpPr>
        <p:spPr>
          <a:xfrm>
            <a:off x="502920" y="2571750"/>
            <a:ext cx="7993830" cy="419456"/>
          </a:xfrm>
          <a:prstGeom prst="rect">
            <a:avLst/>
          </a:prstGeom>
          <a:noFill/>
          <a:ln/>
        </p:spPr>
        <p:txBody>
          <a:bodyPr wrap="square" rtlCol="0" anchor="ctr"/>
          <a:lstStyle/>
          <a:p>
            <a:pPr marL="0" indent="0" algn="l">
              <a:buNone/>
            </a:pPr>
            <a:r>
              <a:rPr lang="en-US">
                <a:solidFill>
                  <a:srgbClr val="00B4D8"/>
                </a:solidFill>
                <a:latin typeface="Calibri" pitchFamily="34" charset="0"/>
                <a:ea typeface="Calibri" pitchFamily="34" charset="-122"/>
                <a:cs typeface="Calibri" pitchFamily="34" charset="-120"/>
              </a:rPr>
              <a:t>Advisor: Joseph Meier</a:t>
            </a:r>
            <a:endParaRPr lang="en-US"/>
          </a:p>
        </p:txBody>
      </p:sp>
      <p:sp>
        <p:nvSpPr>
          <p:cNvPr id="7" name="Text 5"/>
          <p:cNvSpPr/>
          <p:nvPr/>
        </p:nvSpPr>
        <p:spPr>
          <a:xfrm>
            <a:off x="411480" y="3063240"/>
            <a:ext cx="7772400" cy="457200"/>
          </a:xfrm>
          <a:prstGeom prst="rect">
            <a:avLst/>
          </a:prstGeom>
          <a:noFill/>
          <a:ln/>
        </p:spPr>
        <p:txBody>
          <a:bodyPr wrap="square" rtlCol="0" anchor="ctr"/>
          <a:lstStyle/>
          <a:p>
            <a:pPr marL="0" indent="0" algn="l">
              <a:buNone/>
            </a:pPr>
            <a:r>
              <a:rPr lang="en-US" sz="1300">
                <a:solidFill>
                  <a:srgbClr val="8EAFC0"/>
                </a:solidFill>
                <a:latin typeface="Calibri" pitchFamily="34" charset="0"/>
                <a:ea typeface="Calibri" pitchFamily="34" charset="-122"/>
                <a:cs typeface="Calibri" pitchFamily="34" charset="-120"/>
              </a:rPr>
              <a:t>Raspberry Pi 4  ·  </a:t>
            </a:r>
            <a:r>
              <a:rPr lang="en-US" sz="1300" err="1">
                <a:solidFill>
                  <a:srgbClr val="8EAFC0"/>
                </a:solidFill>
                <a:latin typeface="Calibri" pitchFamily="34" charset="0"/>
                <a:ea typeface="Calibri" pitchFamily="34" charset="-122"/>
                <a:cs typeface="Calibri" pitchFamily="34" charset="-120"/>
              </a:rPr>
              <a:t>IsolationForest</a:t>
            </a:r>
            <a:r>
              <a:rPr lang="en-US" sz="1300">
                <a:solidFill>
                  <a:srgbClr val="8EAFC0"/>
                </a:solidFill>
                <a:latin typeface="Calibri" pitchFamily="34" charset="0"/>
                <a:ea typeface="Calibri" pitchFamily="34" charset="-122"/>
                <a:cs typeface="Calibri" pitchFamily="34" charset="-120"/>
              </a:rPr>
              <a:t>  ·  BiLSTM  ·  LoRa Radio</a:t>
            </a:r>
            <a:endParaRPr lang="en-US" sz="1300"/>
          </a:p>
        </p:txBody>
      </p:sp>
      <p:sp>
        <p:nvSpPr>
          <p:cNvPr id="8" name="Shape 6"/>
          <p:cNvSpPr/>
          <p:nvPr/>
        </p:nvSpPr>
        <p:spPr>
          <a:xfrm>
            <a:off x="411480" y="4160520"/>
            <a:ext cx="1600200" cy="320040"/>
          </a:xfrm>
          <a:prstGeom prst="roundRect">
            <a:avLst>
              <a:gd name="adj" fmla="val 14286"/>
            </a:avLst>
          </a:prstGeom>
          <a:solidFill>
            <a:srgbClr val="1A6FA0"/>
          </a:solidFill>
          <a:ln w="12700">
            <a:solidFill>
              <a:srgbClr val="00B4D8"/>
            </a:solidFill>
            <a:prstDash val="solid"/>
          </a:ln>
        </p:spPr>
        <p:txBody>
          <a:bodyPr/>
          <a:lstStyle/>
          <a:p>
            <a:endParaRPr lang="en-US"/>
          </a:p>
        </p:txBody>
      </p:sp>
      <p:sp>
        <p:nvSpPr>
          <p:cNvPr id="9" name="Text 7"/>
          <p:cNvSpPr/>
          <p:nvPr/>
        </p:nvSpPr>
        <p:spPr>
          <a:xfrm>
            <a:off x="411480" y="4160520"/>
            <a:ext cx="1600200" cy="320040"/>
          </a:xfrm>
          <a:prstGeom prst="rect">
            <a:avLst/>
          </a:prstGeom>
          <a:noFill/>
          <a:ln/>
        </p:spPr>
        <p:txBody>
          <a:bodyPr wrap="square" rtlCol="0" anchor="ctr"/>
          <a:lstStyle/>
          <a:p>
            <a:pPr marL="0" indent="0" algn="ctr">
              <a:buNone/>
            </a:pPr>
            <a:r>
              <a:rPr lang="en-US" sz="900">
                <a:solidFill>
                  <a:srgbClr val="FFFFFF"/>
                </a:solidFill>
                <a:latin typeface="Calibri" pitchFamily="34" charset="0"/>
                <a:ea typeface="Calibri" pitchFamily="34" charset="-122"/>
                <a:cs typeface="Calibri" pitchFamily="34" charset="-120"/>
              </a:rPr>
              <a:t>IsolationForest</a:t>
            </a:r>
            <a:endParaRPr lang="en-US" sz="900"/>
          </a:p>
        </p:txBody>
      </p:sp>
      <p:sp>
        <p:nvSpPr>
          <p:cNvPr id="10" name="Shape 8"/>
          <p:cNvSpPr/>
          <p:nvPr/>
        </p:nvSpPr>
        <p:spPr>
          <a:xfrm>
            <a:off x="2176272" y="4160520"/>
            <a:ext cx="1600200" cy="320040"/>
          </a:xfrm>
          <a:prstGeom prst="roundRect">
            <a:avLst>
              <a:gd name="adj" fmla="val 14286"/>
            </a:avLst>
          </a:prstGeom>
          <a:solidFill>
            <a:srgbClr val="1A6FA0"/>
          </a:solidFill>
          <a:ln w="12700">
            <a:solidFill>
              <a:srgbClr val="00B4D8"/>
            </a:solidFill>
            <a:prstDash val="solid"/>
          </a:ln>
        </p:spPr>
        <p:txBody>
          <a:bodyPr/>
          <a:lstStyle/>
          <a:p>
            <a:endParaRPr lang="en-US"/>
          </a:p>
        </p:txBody>
      </p:sp>
      <p:sp>
        <p:nvSpPr>
          <p:cNvPr id="11" name="Text 9"/>
          <p:cNvSpPr/>
          <p:nvPr/>
        </p:nvSpPr>
        <p:spPr>
          <a:xfrm>
            <a:off x="2176272" y="4160520"/>
            <a:ext cx="1600200" cy="320040"/>
          </a:xfrm>
          <a:prstGeom prst="rect">
            <a:avLst/>
          </a:prstGeom>
          <a:noFill/>
          <a:ln/>
        </p:spPr>
        <p:txBody>
          <a:bodyPr wrap="square" rtlCol="0" anchor="ctr"/>
          <a:lstStyle/>
          <a:p>
            <a:pPr marL="0" indent="0" algn="ctr">
              <a:buNone/>
            </a:pPr>
            <a:r>
              <a:rPr lang="en-US" sz="900">
                <a:solidFill>
                  <a:srgbClr val="FFFFFF"/>
                </a:solidFill>
                <a:latin typeface="Calibri" pitchFamily="34" charset="0"/>
                <a:ea typeface="Calibri" pitchFamily="34" charset="-122"/>
                <a:cs typeface="Calibri" pitchFamily="34" charset="-120"/>
              </a:rPr>
              <a:t>BiLSTM</a:t>
            </a:r>
            <a:endParaRPr lang="en-US" sz="900"/>
          </a:p>
        </p:txBody>
      </p:sp>
      <p:sp>
        <p:nvSpPr>
          <p:cNvPr id="12" name="Shape 10"/>
          <p:cNvSpPr/>
          <p:nvPr/>
        </p:nvSpPr>
        <p:spPr>
          <a:xfrm>
            <a:off x="3941064" y="4160520"/>
            <a:ext cx="1600200" cy="320040"/>
          </a:xfrm>
          <a:prstGeom prst="roundRect">
            <a:avLst>
              <a:gd name="adj" fmla="val 14286"/>
            </a:avLst>
          </a:prstGeom>
          <a:solidFill>
            <a:srgbClr val="1A6FA0"/>
          </a:solidFill>
          <a:ln w="12700">
            <a:solidFill>
              <a:srgbClr val="00B4D8"/>
            </a:solidFill>
            <a:prstDash val="solid"/>
          </a:ln>
        </p:spPr>
        <p:txBody>
          <a:bodyPr/>
          <a:lstStyle/>
          <a:p>
            <a:endParaRPr lang="en-US"/>
          </a:p>
        </p:txBody>
      </p:sp>
      <p:sp>
        <p:nvSpPr>
          <p:cNvPr id="13" name="Text 11"/>
          <p:cNvSpPr/>
          <p:nvPr/>
        </p:nvSpPr>
        <p:spPr>
          <a:xfrm>
            <a:off x="3941064" y="4160520"/>
            <a:ext cx="1600200" cy="320040"/>
          </a:xfrm>
          <a:prstGeom prst="rect">
            <a:avLst/>
          </a:prstGeom>
          <a:noFill/>
          <a:ln/>
        </p:spPr>
        <p:txBody>
          <a:bodyPr wrap="square" rtlCol="0" anchor="ctr"/>
          <a:lstStyle/>
          <a:p>
            <a:pPr marL="0" indent="0" algn="ctr">
              <a:buNone/>
            </a:pPr>
            <a:r>
              <a:rPr lang="en-US" sz="900">
                <a:solidFill>
                  <a:srgbClr val="FFFFFF"/>
                </a:solidFill>
                <a:latin typeface="Calibri" pitchFamily="34" charset="0"/>
                <a:ea typeface="Calibri" pitchFamily="34" charset="-122"/>
                <a:cs typeface="Calibri" pitchFamily="34" charset="-120"/>
              </a:rPr>
              <a:t>Raspberry Pi 4</a:t>
            </a:r>
            <a:endParaRPr lang="en-US" sz="900"/>
          </a:p>
        </p:txBody>
      </p:sp>
      <p:sp>
        <p:nvSpPr>
          <p:cNvPr id="14" name="Shape 12"/>
          <p:cNvSpPr/>
          <p:nvPr/>
        </p:nvSpPr>
        <p:spPr>
          <a:xfrm>
            <a:off x="5705856" y="4160520"/>
            <a:ext cx="1600200" cy="320040"/>
          </a:xfrm>
          <a:prstGeom prst="roundRect">
            <a:avLst>
              <a:gd name="adj" fmla="val 14286"/>
            </a:avLst>
          </a:prstGeom>
          <a:solidFill>
            <a:srgbClr val="1A6FA0"/>
          </a:solidFill>
          <a:ln w="12700">
            <a:solidFill>
              <a:srgbClr val="00B4D8"/>
            </a:solidFill>
            <a:prstDash val="solid"/>
          </a:ln>
        </p:spPr>
        <p:txBody>
          <a:bodyPr/>
          <a:lstStyle/>
          <a:p>
            <a:endParaRPr lang="en-US"/>
          </a:p>
        </p:txBody>
      </p:sp>
      <p:sp>
        <p:nvSpPr>
          <p:cNvPr id="15" name="Text 13"/>
          <p:cNvSpPr/>
          <p:nvPr/>
        </p:nvSpPr>
        <p:spPr>
          <a:xfrm>
            <a:off x="5705856" y="4160520"/>
            <a:ext cx="1600200" cy="320040"/>
          </a:xfrm>
          <a:prstGeom prst="rect">
            <a:avLst/>
          </a:prstGeom>
          <a:noFill/>
          <a:ln/>
        </p:spPr>
        <p:txBody>
          <a:bodyPr wrap="square" rtlCol="0" anchor="ctr"/>
          <a:lstStyle/>
          <a:p>
            <a:pPr marL="0" indent="0" algn="ctr">
              <a:buNone/>
            </a:pPr>
            <a:r>
              <a:rPr lang="en-US" sz="900">
                <a:solidFill>
                  <a:srgbClr val="FFFFFF"/>
                </a:solidFill>
                <a:latin typeface="Calibri" pitchFamily="34" charset="0"/>
                <a:ea typeface="Calibri" pitchFamily="34" charset="-122"/>
                <a:cs typeface="Calibri" pitchFamily="34" charset="-120"/>
              </a:rPr>
              <a:t>IoT Security</a:t>
            </a:r>
            <a:endParaRPr lang="en-US" sz="900"/>
          </a:p>
        </p:txBody>
      </p:sp>
      <p:sp>
        <p:nvSpPr>
          <p:cNvPr id="16" name="Shape 14"/>
          <p:cNvSpPr/>
          <p:nvPr/>
        </p:nvSpPr>
        <p:spPr>
          <a:xfrm>
            <a:off x="7470648" y="4160520"/>
            <a:ext cx="1600200" cy="320040"/>
          </a:xfrm>
          <a:prstGeom prst="roundRect">
            <a:avLst>
              <a:gd name="adj" fmla="val 14286"/>
            </a:avLst>
          </a:prstGeom>
          <a:solidFill>
            <a:srgbClr val="1A6FA0"/>
          </a:solidFill>
          <a:ln w="12700">
            <a:solidFill>
              <a:srgbClr val="00B4D8"/>
            </a:solidFill>
            <a:prstDash val="solid"/>
          </a:ln>
        </p:spPr>
        <p:txBody>
          <a:bodyPr/>
          <a:lstStyle/>
          <a:p>
            <a:endParaRPr lang="en-US"/>
          </a:p>
        </p:txBody>
      </p:sp>
      <p:sp>
        <p:nvSpPr>
          <p:cNvPr id="17" name="Text 15"/>
          <p:cNvSpPr/>
          <p:nvPr/>
        </p:nvSpPr>
        <p:spPr>
          <a:xfrm>
            <a:off x="7470648" y="4160520"/>
            <a:ext cx="1600200" cy="320040"/>
          </a:xfrm>
          <a:prstGeom prst="rect">
            <a:avLst/>
          </a:prstGeom>
          <a:noFill/>
          <a:ln/>
        </p:spPr>
        <p:txBody>
          <a:bodyPr wrap="square" rtlCol="0" anchor="ctr"/>
          <a:lstStyle/>
          <a:p>
            <a:pPr marL="0" indent="0" algn="ctr">
              <a:buNone/>
            </a:pPr>
            <a:r>
              <a:rPr lang="en-US" sz="900">
                <a:solidFill>
                  <a:srgbClr val="FFFFFF"/>
                </a:solidFill>
                <a:latin typeface="Calibri" pitchFamily="34" charset="0"/>
                <a:ea typeface="Calibri" pitchFamily="34" charset="-122"/>
                <a:cs typeface="Calibri" pitchFamily="34" charset="-120"/>
              </a:rPr>
              <a:t>LoRa</a:t>
            </a:r>
            <a:endParaRPr lang="en-US" sz="900"/>
          </a:p>
        </p:txBody>
      </p:sp>
      <p:sp>
        <p:nvSpPr>
          <p:cNvPr id="18" name="Text 4">
            <a:extLst>
              <a:ext uri="{FF2B5EF4-FFF2-40B4-BE49-F238E27FC236}">
                <a16:creationId xmlns:a16="http://schemas.microsoft.com/office/drawing/2014/main" id="{B85CC793-BE70-5756-09BB-33E81656FA95}"/>
              </a:ext>
            </a:extLst>
          </p:cNvPr>
          <p:cNvSpPr/>
          <p:nvPr/>
        </p:nvSpPr>
        <p:spPr>
          <a:xfrm>
            <a:off x="502920" y="1782366"/>
            <a:ext cx="8229600" cy="548640"/>
          </a:xfrm>
          <a:prstGeom prst="rect">
            <a:avLst/>
          </a:prstGeom>
          <a:noFill/>
          <a:ln/>
        </p:spPr>
        <p:txBody>
          <a:bodyPr wrap="square" rtlCol="0" anchor="ctr"/>
          <a:lstStyle/>
          <a:p>
            <a:pPr marL="0" indent="0" algn="l">
              <a:buNone/>
            </a:pPr>
            <a:r>
              <a:rPr lang="en-US" sz="2000">
                <a:solidFill>
                  <a:srgbClr val="0070C0"/>
                </a:solidFill>
                <a:latin typeface="Calibri" pitchFamily="34" charset="0"/>
                <a:ea typeface="Calibri" pitchFamily="34" charset="-122"/>
                <a:cs typeface="Calibri" pitchFamily="34" charset="-120"/>
              </a:rPr>
              <a:t>A Hybrid Machine Learning Approach</a:t>
            </a:r>
            <a:endParaRPr lang="en-US" sz="2000">
              <a:solidFill>
                <a:srgbClr val="0070C0"/>
              </a:solidFill>
            </a:endParaRPr>
          </a:p>
        </p:txBody>
      </p:sp>
      <p:sp>
        <p:nvSpPr>
          <p:cNvPr id="19" name="Text 4">
            <a:extLst>
              <a:ext uri="{FF2B5EF4-FFF2-40B4-BE49-F238E27FC236}">
                <a16:creationId xmlns:a16="http://schemas.microsoft.com/office/drawing/2014/main" id="{0B1DBD82-6432-6933-5FDA-6DFACC9A2EBF}"/>
              </a:ext>
            </a:extLst>
          </p:cNvPr>
          <p:cNvSpPr/>
          <p:nvPr/>
        </p:nvSpPr>
        <p:spPr>
          <a:xfrm>
            <a:off x="502920" y="2206047"/>
            <a:ext cx="8077200" cy="434340"/>
          </a:xfrm>
          <a:prstGeom prst="rect">
            <a:avLst/>
          </a:prstGeom>
          <a:noFill/>
          <a:ln/>
        </p:spPr>
        <p:txBody>
          <a:bodyPr wrap="square" rtlCol="0" anchor="ctr"/>
          <a:lstStyle/>
          <a:p>
            <a:pPr marL="0" indent="0" algn="l">
              <a:buNone/>
            </a:pPr>
            <a:r>
              <a:rPr lang="en-US">
                <a:solidFill>
                  <a:srgbClr val="00B4D8"/>
                </a:solidFill>
                <a:latin typeface="Calibri" pitchFamily="34" charset="0"/>
                <a:ea typeface="Calibri" pitchFamily="34" charset="-122"/>
                <a:cs typeface="Calibri" pitchFamily="34" charset="-120"/>
              </a:rPr>
              <a:t>Presented by Andrew Banda, James Ivy, &amp; Emmanual Mehn</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cNvSpPr/>
          <p:nvPr/>
        </p:nvSpPr>
        <p:spPr>
          <a:xfrm>
            <a:off x="0" y="0"/>
            <a:ext cx="9144000" cy="914400"/>
          </a:xfrm>
          <a:prstGeom prst="rect">
            <a:avLst/>
          </a:prstGeom>
          <a:solidFill>
            <a:srgbClr val="0D1B2A"/>
          </a:solidFill>
          <a:ln/>
        </p:spPr>
        <p:txBody>
          <a:bodyPr/>
          <a:lstStyle/>
          <a:p>
            <a:endParaRPr lang="en-US"/>
          </a:p>
        </p:txBody>
      </p:sp>
      <p:sp>
        <p:nvSpPr>
          <p:cNvPr id="3" name="Title"/>
          <p:cNvSpPr/>
          <p:nvPr/>
        </p:nvSpPr>
        <p:spPr>
          <a:xfrm>
            <a:off x="457200" y="0"/>
            <a:ext cx="7772400" cy="914400"/>
          </a:xfrm>
          <a:prstGeom prst="rect">
            <a:avLst/>
          </a:prstGeom>
          <a:noFill/>
          <a:ln/>
        </p:spPr>
        <p:txBody>
          <a:bodyPr wrap="square" rtlCol="0" anchor="ctr"/>
          <a:lstStyle/>
          <a:p>
            <a:pPr marL="0" indent="0" algn="l">
              <a:buNone/>
            </a:pPr>
            <a:r>
              <a:rPr lang="en-US" sz="2800" b="1">
                <a:solidFill>
                  <a:srgbClr val="FFFFFF"/>
                </a:solidFill>
                <a:latin typeface="Calibri" pitchFamily="34" charset="0"/>
              </a:rPr>
              <a:t>Background &amp; Problem Statement</a:t>
            </a:r>
          </a:p>
        </p:txBody>
      </p:sp>
      <p:sp>
        <p:nvSpPr>
          <p:cNvPr id="4" name="SlideNum"/>
          <p:cNvSpPr/>
          <p:nvPr/>
        </p:nvSpPr>
        <p:spPr>
          <a:xfrm>
            <a:off x="8046720" y="0"/>
            <a:ext cx="822960" cy="914400"/>
          </a:xfrm>
          <a:prstGeom prst="rect">
            <a:avLst/>
          </a:prstGeom>
          <a:noFill/>
          <a:ln/>
        </p:spPr>
        <p:txBody>
          <a:bodyPr wrap="square" rtlCol="0" anchor="ctr"/>
          <a:lstStyle/>
          <a:p>
            <a:pPr marL="0" indent="0" algn="r">
              <a:buNone/>
            </a:pPr>
            <a:r>
              <a:rPr lang="en-US" sz="3600" b="1">
                <a:solidFill>
                  <a:srgbClr val="00B4D8"/>
                </a:solidFill>
                <a:latin typeface="Calibri" pitchFamily="34" charset="0"/>
              </a:rPr>
              <a:t>BG</a:t>
            </a:r>
          </a:p>
        </p:txBody>
      </p:sp>
      <p:sp>
        <p:nvSpPr>
          <p:cNvPr id="5" name="IPSBox"/>
          <p:cNvSpPr/>
          <p:nvPr/>
        </p:nvSpPr>
        <p:spPr>
          <a:xfrm>
            <a:off x="365760" y="1020000"/>
            <a:ext cx="8412480" cy="720000"/>
          </a:xfrm>
          <a:prstGeom prst="rect">
            <a:avLst/>
          </a:prstGeom>
          <a:solidFill>
            <a:srgbClr val="0D1B2A"/>
          </a:solidFill>
          <a:ln/>
        </p:spPr>
        <p:txBody>
          <a:bodyPr wrap="square" lIns="182880" tIns="91440" rIns="182880" bIns="91440" rtlCol="0" anchor="ctr"/>
          <a:lstStyle/>
          <a:p>
            <a:pPr marL="0" indent="0">
              <a:buNone/>
            </a:pPr>
            <a:r>
              <a:rPr lang="en-US" sz="1300" b="1">
                <a:solidFill>
                  <a:srgbClr val="00B4D8"/>
                </a:solidFill>
                <a:latin typeface="Calibri" pitchFamily="34" charset="0"/>
              </a:rPr>
              <a:t>What is an Intrusion Prevention System (IPS)?</a:t>
            </a:r>
          </a:p>
          <a:p>
            <a:pPr marL="0" indent="0">
              <a:buNone/>
            </a:pPr>
            <a:r>
              <a:rPr lang="en-US" sz="1100">
                <a:solidFill>
                  <a:srgbClr val="E8F4F8"/>
                </a:solidFill>
                <a:latin typeface="Calibri" pitchFamily="34" charset="0"/>
              </a:rPr>
              <a:t>An IPS is a network security system that monitors live traffic, detects malicious activity, and automatically blocks threats in real time, without human intervention. Unlike an Intrusion Detection System (IDS) which only raises alerts, an IPS takes immediate action by dropping packets, resetting connections, or banning offending IP addresses.</a:t>
            </a:r>
          </a:p>
        </p:txBody>
      </p:sp>
      <p:sp>
        <p:nvSpPr>
          <p:cNvPr id="6" name="LeftCard"/>
          <p:cNvSpPr/>
          <p:nvPr/>
        </p:nvSpPr>
        <p:spPr>
          <a:xfrm>
            <a:off x="365760" y="1820000"/>
            <a:ext cx="4023360" cy="3150000"/>
          </a:xfrm>
          <a:prstGeom prst="rect">
            <a:avLst/>
          </a:prstGeom>
          <a:solidFill>
            <a:srgbClr val="E8F4F8"/>
          </a:solidFill>
          <a:ln w="12700">
            <a:solidFill>
              <a:srgbClr val="00B4D8"/>
            </a:solidFill>
            <a:prstDash val="solid"/>
          </a:ln>
          <a:effectLst>
            <a:outerShdw blurRad="101600" dist="38100" dir="8100000" algn="bl" rotWithShape="0">
              <a:srgbClr val="000000">
                <a:alpha val="12000"/>
              </a:srgbClr>
            </a:outerShdw>
          </a:effectLst>
        </p:spPr>
        <p:txBody>
          <a:bodyPr/>
          <a:lstStyle/>
          <a:p>
            <a:endParaRPr lang="en-US"/>
          </a:p>
        </p:txBody>
      </p:sp>
      <p:sp>
        <p:nvSpPr>
          <p:cNvPr id="7" name="LeftTitle"/>
          <p:cNvSpPr/>
          <p:nvPr/>
        </p:nvSpPr>
        <p:spPr>
          <a:xfrm>
            <a:off x="457200" y="1890000"/>
            <a:ext cx="3840480" cy="330000"/>
          </a:xfrm>
          <a:prstGeom prst="rect">
            <a:avLst/>
          </a:prstGeom>
          <a:noFill/>
          <a:ln/>
        </p:spPr>
        <p:txBody>
          <a:bodyPr wrap="square" rtlCol="0" anchor="ctr"/>
          <a:lstStyle/>
          <a:p>
            <a:pPr marL="0" indent="0">
              <a:buNone/>
            </a:pPr>
            <a:r>
              <a:rPr lang="en-US" sz="1400" b="1">
                <a:solidFill>
                  <a:srgbClr val="0D1B2A"/>
                </a:solidFill>
                <a:latin typeface="Calibri" pitchFamily="34" charset="0"/>
              </a:rPr>
              <a:t>The IoT Security Problem</a:t>
            </a:r>
          </a:p>
        </p:txBody>
      </p:sp>
      <p:sp>
        <p:nvSpPr>
          <p:cNvPr id="8" name="LeftBody"/>
          <p:cNvSpPr/>
          <p:nvPr/>
        </p:nvSpPr>
        <p:spPr>
          <a:xfrm>
            <a:off x="502920" y="2260000"/>
            <a:ext cx="3749040" cy="2660000"/>
          </a:xfrm>
          <a:prstGeom prst="rect">
            <a:avLst/>
          </a:prstGeom>
          <a:noFill/>
          <a:ln/>
        </p:spPr>
        <p:txBody>
          <a:bodyPr wrap="square" rtlCol="0" anchor="t"/>
          <a:lstStyle/>
          <a:p>
            <a:pPr marL="0" indent="0">
              <a:buNone/>
            </a:pPr>
            <a:r>
              <a:rPr lang="en-US" sz="1100" b="1">
                <a:solidFill>
                  <a:srgbClr val="00B4D8"/>
                </a:solidFill>
                <a:latin typeface="Calibri" pitchFamily="34" charset="0"/>
              </a:rPr>
              <a:t>Growing Attack Surface</a:t>
            </a:r>
          </a:p>
          <a:p>
            <a:pPr marL="0" indent="0">
              <a:buNone/>
            </a:pPr>
            <a:r>
              <a:rPr lang="en-US" sz="1000">
                <a:solidFill>
                  <a:srgbClr val="1A1A2E"/>
                </a:solidFill>
                <a:latin typeface="Calibri" pitchFamily="34" charset="0"/>
              </a:rPr>
              <a:t>IoT devices are projected to exceed 30 billion by 2030, yet most ship with no built-in security controls.</a:t>
            </a:r>
          </a:p>
          <a:p>
            <a:pPr marL="0" indent="0">
              <a:buNone/>
            </a:pPr>
            <a:endParaRPr lang="en-US" sz="1000"/>
          </a:p>
          <a:p>
            <a:pPr marL="0" indent="0">
              <a:buNone/>
            </a:pPr>
            <a:r>
              <a:rPr lang="en-US" sz="1100" b="1">
                <a:solidFill>
                  <a:srgbClr val="00B4D8"/>
                </a:solidFill>
                <a:latin typeface="Calibri" pitchFamily="34" charset="0"/>
              </a:rPr>
              <a:t>Resource-Constrained Hardware</a:t>
            </a:r>
          </a:p>
          <a:p>
            <a:pPr marL="0" indent="0">
              <a:buNone/>
            </a:pPr>
            <a:r>
              <a:rPr lang="en-US" sz="1000">
                <a:solidFill>
                  <a:srgbClr val="1A1A2E"/>
                </a:solidFill>
                <a:latin typeface="Calibri" pitchFamily="34" charset="0"/>
              </a:rPr>
              <a:t>Traditional IDS/IPS solutions require processing power unavailable on embedded hardware like the Raspberry Pi.</a:t>
            </a:r>
          </a:p>
          <a:p>
            <a:pPr marL="0" indent="0">
              <a:buNone/>
            </a:pPr>
            <a:endParaRPr lang="en-US" sz="1000"/>
          </a:p>
          <a:p>
            <a:pPr marL="0" indent="0">
              <a:buNone/>
            </a:pPr>
            <a:r>
              <a:rPr lang="en-US" sz="1100" b="1">
                <a:solidFill>
                  <a:srgbClr val="00B4D8"/>
                </a:solidFill>
                <a:latin typeface="Calibri" pitchFamily="34" charset="0"/>
              </a:rPr>
              <a:t>No Real-Time Protection</a:t>
            </a:r>
          </a:p>
          <a:p>
            <a:pPr marL="0" indent="0">
              <a:buNone/>
            </a:pPr>
            <a:r>
              <a:rPr lang="en-US" sz="1000">
                <a:solidFill>
                  <a:srgbClr val="1A1A2E"/>
                </a:solidFill>
                <a:latin typeface="Calibri" pitchFamily="34" charset="0"/>
              </a:rPr>
              <a:t>Existing solutions rely on cloud-based analysis, introducing unacceptable delays in threat response.</a:t>
            </a:r>
          </a:p>
        </p:txBody>
      </p:sp>
      <p:sp>
        <p:nvSpPr>
          <p:cNvPr id="9" name="RightCard"/>
          <p:cNvSpPr/>
          <p:nvPr/>
        </p:nvSpPr>
        <p:spPr>
          <a:xfrm>
            <a:off x="4754880" y="1820000"/>
            <a:ext cx="4023360" cy="3150000"/>
          </a:xfrm>
          <a:prstGeom prst="rect">
            <a:avLst/>
          </a:prstGeom>
          <a:solidFill>
            <a:srgbClr val="0D1B2A"/>
          </a:solidFill>
          <a:ln/>
          <a:effectLst>
            <a:outerShdw blurRad="101600" dist="38100" dir="8100000" algn="bl" rotWithShape="0">
              <a:srgbClr val="000000">
                <a:alpha val="12000"/>
              </a:srgbClr>
            </a:outerShdw>
          </a:effectLst>
        </p:spPr>
        <p:txBody>
          <a:bodyPr/>
          <a:lstStyle/>
          <a:p>
            <a:endParaRPr lang="en-US"/>
          </a:p>
        </p:txBody>
      </p:sp>
      <p:sp>
        <p:nvSpPr>
          <p:cNvPr id="10" name="RightTitle"/>
          <p:cNvSpPr/>
          <p:nvPr/>
        </p:nvSpPr>
        <p:spPr>
          <a:xfrm>
            <a:off x="4846320" y="1890000"/>
            <a:ext cx="3840480" cy="330000"/>
          </a:xfrm>
          <a:prstGeom prst="rect">
            <a:avLst/>
          </a:prstGeom>
          <a:noFill/>
          <a:ln/>
        </p:spPr>
        <p:txBody>
          <a:bodyPr wrap="square" rtlCol="0" anchor="ctr"/>
          <a:lstStyle/>
          <a:p>
            <a:pPr marL="0" indent="0">
              <a:buNone/>
            </a:pPr>
            <a:r>
              <a:rPr lang="en-US" sz="1400" b="1">
                <a:solidFill>
                  <a:srgbClr val="00B4D8"/>
                </a:solidFill>
                <a:latin typeface="Calibri" pitchFamily="34" charset="0"/>
              </a:rPr>
              <a:t>Our Solution</a:t>
            </a:r>
          </a:p>
        </p:txBody>
      </p:sp>
      <p:sp>
        <p:nvSpPr>
          <p:cNvPr id="11" name="Thesis"/>
          <p:cNvSpPr/>
          <p:nvPr/>
        </p:nvSpPr>
        <p:spPr>
          <a:xfrm>
            <a:off x="4846320" y="2280000"/>
            <a:ext cx="3840480" cy="500000"/>
          </a:xfrm>
          <a:prstGeom prst="rect">
            <a:avLst/>
          </a:prstGeom>
          <a:solidFill>
            <a:srgbClr val="00B4D8"/>
          </a:solidFill>
          <a:ln/>
        </p:spPr>
        <p:txBody>
          <a:bodyPr wrap="square" lIns="91440" tIns="45720" rIns="91440" bIns="45720" rtlCol="0" anchor="ctr"/>
          <a:lstStyle/>
          <a:p>
            <a:pPr marL="0" indent="0" algn="ctr">
              <a:buNone/>
            </a:pPr>
            <a:r>
              <a:rPr lang="en-US" sz="1000" b="1" i="1">
                <a:solidFill>
                  <a:srgbClr val="FFFFFF"/>
                </a:solidFill>
                <a:latin typeface="Calibri" pitchFamily="34" charset="0"/>
              </a:rPr>
              <a:t>“A lightweight hybrid ML-based IPS running directly on a Raspberry Pi 4, detecting and blocking threats in real time with no cloud dependency.”</a:t>
            </a:r>
          </a:p>
        </p:txBody>
      </p:sp>
      <p:sp>
        <p:nvSpPr>
          <p:cNvPr id="12" name="RightBody"/>
          <p:cNvSpPr/>
          <p:nvPr/>
        </p:nvSpPr>
        <p:spPr>
          <a:xfrm>
            <a:off x="4846320" y="2840000"/>
            <a:ext cx="3840480" cy="2080000"/>
          </a:xfrm>
          <a:prstGeom prst="rect">
            <a:avLst/>
          </a:prstGeom>
          <a:noFill/>
          <a:ln/>
        </p:spPr>
        <p:txBody>
          <a:bodyPr wrap="square" lIns="91440" tIns="45720" rIns="91440" bIns="45720" rtlCol="0" anchor="t"/>
          <a:lstStyle/>
          <a:p>
            <a:pPr marL="0" indent="0">
              <a:buNone/>
            </a:pPr>
            <a:r>
              <a:rPr lang="en-US" sz="1050" b="1">
                <a:solidFill>
                  <a:srgbClr val="00B4D8"/>
                </a:solidFill>
                <a:latin typeface="Calibri"/>
                <a:ea typeface="Calibri"/>
                <a:cs typeface="Calibri"/>
              </a:rPr>
              <a:t>Isolation Forest</a:t>
            </a:r>
          </a:p>
          <a:p>
            <a:pPr marL="0" indent="0">
              <a:buNone/>
            </a:pPr>
            <a:r>
              <a:rPr lang="en-US" sz="950">
                <a:solidFill>
                  <a:srgbClr val="E8F4F8"/>
                </a:solidFill>
                <a:latin typeface="Calibri" pitchFamily="34" charset="0"/>
              </a:rPr>
              <a:t>Unsupervised HTTP anomaly detection. Automatically bans malicious IPs after 3 strikes.</a:t>
            </a:r>
          </a:p>
          <a:p>
            <a:pPr marL="0" indent="0">
              <a:buNone/>
            </a:pPr>
            <a:endParaRPr lang="en-US" sz="950"/>
          </a:p>
          <a:p>
            <a:pPr marL="0" indent="0">
              <a:buNone/>
            </a:pPr>
            <a:r>
              <a:rPr lang="en-US" sz="1050" b="1">
                <a:solidFill>
                  <a:srgbClr val="00B4D8"/>
                </a:solidFill>
                <a:latin typeface="Calibri"/>
                <a:ea typeface="Calibri"/>
                <a:cs typeface="Calibri"/>
              </a:rPr>
              <a:t>BiLSTM</a:t>
            </a:r>
          </a:p>
          <a:p>
            <a:pPr marL="0" indent="0">
              <a:buNone/>
            </a:pPr>
            <a:r>
              <a:rPr lang="en-US" sz="950">
                <a:solidFill>
                  <a:srgbClr val="E8F4F8"/>
                </a:solidFill>
                <a:latin typeface="Calibri"/>
                <a:ea typeface="Calibri"/>
                <a:cs typeface="Calibri"/>
              </a:rPr>
              <a:t>Temporal pattern recognition over a 10-packet window catches slow-rate and time-based attacks.</a:t>
            </a:r>
          </a:p>
          <a:p>
            <a:pPr marL="0" indent="0">
              <a:buNone/>
            </a:pPr>
            <a:endParaRPr lang="en-US" sz="950"/>
          </a:p>
          <a:p>
            <a:pPr marL="0" indent="0">
              <a:buNone/>
            </a:pPr>
            <a:r>
              <a:rPr lang="en-US" sz="1050" b="1">
                <a:solidFill>
                  <a:srgbClr val="00B4D8"/>
                </a:solidFill>
                <a:latin typeface="Calibri" pitchFamily="34" charset="0"/>
              </a:rPr>
              <a:t>LoRa Radio Layer</a:t>
            </a:r>
          </a:p>
          <a:p>
            <a:pPr marL="0" indent="0">
              <a:buNone/>
            </a:pPr>
            <a:r>
              <a:rPr lang="en-US" sz="950">
                <a:solidFill>
                  <a:srgbClr val="E8F4F8"/>
                </a:solidFill>
                <a:latin typeface="Calibri" pitchFamily="34" charset="0"/>
              </a:rPr>
              <a:t>Extends detection to replay, join flooding, and timestamp manipulation at the radio layer.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7AB33-6CCD-7B36-F7E2-6D855541C27E}"/>
            </a:ext>
          </a:extLst>
        </p:cNvPr>
        <p:cNvGrpSpPr/>
        <p:nvPr/>
      </p:nvGrpSpPr>
      <p:grpSpPr>
        <a:xfrm>
          <a:off x="0" y="0"/>
          <a:ext cx="0" cy="0"/>
          <a:chOff x="0" y="0"/>
          <a:chExt cx="0" cy="0"/>
        </a:xfrm>
      </p:grpSpPr>
      <p:sp>
        <p:nvSpPr>
          <p:cNvPr id="2" name="Header">
            <a:extLst>
              <a:ext uri="{FF2B5EF4-FFF2-40B4-BE49-F238E27FC236}">
                <a16:creationId xmlns:a16="http://schemas.microsoft.com/office/drawing/2014/main" id="{4B4A77C6-B867-A126-476B-2D79494F4FB6}"/>
              </a:ext>
            </a:extLst>
          </p:cNvPr>
          <p:cNvSpPr/>
          <p:nvPr/>
        </p:nvSpPr>
        <p:spPr>
          <a:xfrm>
            <a:off x="0" y="0"/>
            <a:ext cx="9144000" cy="914400"/>
          </a:xfrm>
          <a:prstGeom prst="rect">
            <a:avLst/>
          </a:prstGeom>
          <a:solidFill>
            <a:srgbClr val="0D1B2A"/>
          </a:solidFill>
          <a:ln/>
        </p:spPr>
        <p:txBody>
          <a:bodyPr/>
          <a:lstStyle/>
          <a:p>
            <a:endParaRPr lang="en-US"/>
          </a:p>
        </p:txBody>
      </p:sp>
      <p:sp>
        <p:nvSpPr>
          <p:cNvPr id="3" name="Title">
            <a:extLst>
              <a:ext uri="{FF2B5EF4-FFF2-40B4-BE49-F238E27FC236}">
                <a16:creationId xmlns:a16="http://schemas.microsoft.com/office/drawing/2014/main" id="{4A00E70C-7606-A187-F1BF-B0A490BF7445}"/>
              </a:ext>
            </a:extLst>
          </p:cNvPr>
          <p:cNvSpPr/>
          <p:nvPr/>
        </p:nvSpPr>
        <p:spPr>
          <a:xfrm>
            <a:off x="457200" y="0"/>
            <a:ext cx="7772400" cy="914400"/>
          </a:xfrm>
          <a:prstGeom prst="rect">
            <a:avLst/>
          </a:prstGeom>
          <a:noFill/>
          <a:ln/>
        </p:spPr>
        <p:txBody>
          <a:bodyPr wrap="square" rtlCol="0" anchor="ctr"/>
          <a:lstStyle/>
          <a:p>
            <a:pPr marL="0" indent="0" algn="l">
              <a:buNone/>
            </a:pPr>
            <a:r>
              <a:rPr lang="en-US" sz="2800" b="1">
                <a:solidFill>
                  <a:srgbClr val="FFFFFF"/>
                </a:solidFill>
                <a:latin typeface="Calibri" pitchFamily="34" charset="0"/>
              </a:rPr>
              <a:t>Research Phase</a:t>
            </a:r>
          </a:p>
        </p:txBody>
      </p:sp>
      <p:sp>
        <p:nvSpPr>
          <p:cNvPr id="4" name="SlideNum">
            <a:extLst>
              <a:ext uri="{FF2B5EF4-FFF2-40B4-BE49-F238E27FC236}">
                <a16:creationId xmlns:a16="http://schemas.microsoft.com/office/drawing/2014/main" id="{549CCBE7-0470-317B-97EB-5F5053756BB8}"/>
              </a:ext>
            </a:extLst>
          </p:cNvPr>
          <p:cNvSpPr/>
          <p:nvPr/>
        </p:nvSpPr>
        <p:spPr>
          <a:xfrm>
            <a:off x="8046720" y="0"/>
            <a:ext cx="822960" cy="914400"/>
          </a:xfrm>
          <a:prstGeom prst="rect">
            <a:avLst/>
          </a:prstGeom>
          <a:noFill/>
          <a:ln/>
        </p:spPr>
        <p:txBody>
          <a:bodyPr wrap="square" rtlCol="0" anchor="ctr"/>
          <a:lstStyle/>
          <a:p>
            <a:pPr marL="0" indent="0" algn="r">
              <a:buNone/>
            </a:pPr>
            <a:r>
              <a:rPr lang="en-US" sz="3600" b="1">
                <a:solidFill>
                  <a:srgbClr val="00B4D8"/>
                </a:solidFill>
                <a:latin typeface="Calibri" pitchFamily="34" charset="0"/>
              </a:rPr>
              <a:t>RP</a:t>
            </a:r>
          </a:p>
        </p:txBody>
      </p:sp>
      <p:sp>
        <p:nvSpPr>
          <p:cNvPr id="5" name="TextBox 4">
            <a:extLst>
              <a:ext uri="{FF2B5EF4-FFF2-40B4-BE49-F238E27FC236}">
                <a16:creationId xmlns:a16="http://schemas.microsoft.com/office/drawing/2014/main" id="{9548C10A-E476-417D-2B42-735F64BC004E}"/>
              </a:ext>
            </a:extLst>
          </p:cNvPr>
          <p:cNvSpPr txBox="1"/>
          <p:nvPr/>
        </p:nvSpPr>
        <p:spPr>
          <a:xfrm>
            <a:off x="152073" y="969409"/>
            <a:ext cx="1789193" cy="307777"/>
          </a:xfrm>
          <a:prstGeom prst="rect">
            <a:avLst/>
          </a:prstGeom>
          <a:noFill/>
        </p:spPr>
        <p:txBody>
          <a:bodyPr wrap="square" rtlCol="0">
            <a:spAutoFit/>
          </a:bodyPr>
          <a:lstStyle/>
          <a:p>
            <a:r>
              <a:rPr lang="en-US" sz="1400"/>
              <a:t>Supporting Research</a:t>
            </a:r>
          </a:p>
        </p:txBody>
      </p:sp>
      <p:sp>
        <p:nvSpPr>
          <p:cNvPr id="6" name="TextBox 5">
            <a:extLst>
              <a:ext uri="{FF2B5EF4-FFF2-40B4-BE49-F238E27FC236}">
                <a16:creationId xmlns:a16="http://schemas.microsoft.com/office/drawing/2014/main" id="{6B1CA304-D0E2-A7F4-91CB-DC87257E46C3}"/>
              </a:ext>
            </a:extLst>
          </p:cNvPr>
          <p:cNvSpPr txBox="1"/>
          <p:nvPr/>
        </p:nvSpPr>
        <p:spPr>
          <a:xfrm>
            <a:off x="274319" y="1277186"/>
            <a:ext cx="3813587" cy="1277273"/>
          </a:xfrm>
          <a:prstGeom prst="rect">
            <a:avLst/>
          </a:prstGeom>
          <a:noFill/>
        </p:spPr>
        <p:txBody>
          <a:bodyPr wrap="square" rtlCol="0">
            <a:spAutoFit/>
          </a:bodyPr>
          <a:lstStyle/>
          <a:p>
            <a:r>
              <a:rPr lang="en-US" sz="1100"/>
              <a:t>Credible research documents have established </a:t>
            </a:r>
            <a:r>
              <a:rPr lang="en-US" sz="1100" b="1"/>
              <a:t>Random Forest </a:t>
            </a:r>
            <a:r>
              <a:rPr lang="en-US" sz="1100"/>
              <a:t>and </a:t>
            </a:r>
            <a:r>
              <a:rPr lang="en-US" sz="1100" b="1"/>
              <a:t>LSTM</a:t>
            </a:r>
            <a:r>
              <a:rPr lang="en-US" sz="1100"/>
              <a:t> as two of the most effective approaches for intrusion detection on IoT networks. Evaluating public datasets such as CICIDS2017 and UNSW-NB15 identified </a:t>
            </a:r>
            <a:r>
              <a:rPr lang="en-US" sz="1100" b="1"/>
              <a:t>Random Forest</a:t>
            </a:r>
            <a:r>
              <a:rPr lang="en-US" sz="1100"/>
              <a:t> as a strong baseline, achieving 94-99% accuracy. Demonstrating its ability to capture complex feature-level relationships in network traffic without requiring extensive preprocessing. </a:t>
            </a:r>
          </a:p>
        </p:txBody>
      </p:sp>
      <p:sp>
        <p:nvSpPr>
          <p:cNvPr id="7" name="TextBox 6">
            <a:extLst>
              <a:ext uri="{FF2B5EF4-FFF2-40B4-BE49-F238E27FC236}">
                <a16:creationId xmlns:a16="http://schemas.microsoft.com/office/drawing/2014/main" id="{FA7FCCDE-662F-A470-7426-518FB9DD823E}"/>
              </a:ext>
            </a:extLst>
          </p:cNvPr>
          <p:cNvSpPr txBox="1"/>
          <p:nvPr/>
        </p:nvSpPr>
        <p:spPr>
          <a:xfrm>
            <a:off x="274318" y="2845886"/>
            <a:ext cx="3813587" cy="1107996"/>
          </a:xfrm>
          <a:prstGeom prst="rect">
            <a:avLst/>
          </a:prstGeom>
          <a:noFill/>
        </p:spPr>
        <p:txBody>
          <a:bodyPr wrap="square" rtlCol="0">
            <a:spAutoFit/>
          </a:bodyPr>
          <a:lstStyle/>
          <a:p>
            <a:r>
              <a:rPr lang="en-US" sz="1100"/>
              <a:t>While </a:t>
            </a:r>
            <a:r>
              <a:rPr lang="en-US" sz="1100" b="1"/>
              <a:t>Random Forest</a:t>
            </a:r>
            <a:r>
              <a:rPr lang="en-US" sz="1100"/>
              <a:t> provided a good baseline, </a:t>
            </a:r>
            <a:r>
              <a:rPr lang="en-US" sz="1100" b="1"/>
              <a:t>LSTM</a:t>
            </a:r>
            <a:r>
              <a:rPr lang="en-US" sz="1100"/>
              <a:t> excelled at analyzing sequential data with 92% accuracy. These models greatly complement each other, with the </a:t>
            </a:r>
            <a:r>
              <a:rPr lang="en-US" sz="1100" b="1"/>
              <a:t>Random Forest</a:t>
            </a:r>
            <a:r>
              <a:rPr lang="en-US" sz="1100"/>
              <a:t>’s strength lying in feature-level patterns and the </a:t>
            </a:r>
            <a:r>
              <a:rPr lang="en-US" sz="1100" b="1"/>
              <a:t>LSTM</a:t>
            </a:r>
            <a:r>
              <a:rPr lang="en-US" sz="1100"/>
              <a:t>’s strength lying in temporal sequences. This dynamic motivated us to explore a hybrid approach playing to both models’ strengths.</a:t>
            </a:r>
          </a:p>
        </p:txBody>
      </p:sp>
      <p:sp>
        <p:nvSpPr>
          <p:cNvPr id="8" name="TextBox 7">
            <a:extLst>
              <a:ext uri="{FF2B5EF4-FFF2-40B4-BE49-F238E27FC236}">
                <a16:creationId xmlns:a16="http://schemas.microsoft.com/office/drawing/2014/main" id="{1F5AEB1E-349C-4651-E3FB-27A3A6FBCE66}"/>
              </a:ext>
            </a:extLst>
          </p:cNvPr>
          <p:cNvSpPr txBox="1"/>
          <p:nvPr/>
        </p:nvSpPr>
        <p:spPr>
          <a:xfrm>
            <a:off x="4572000" y="969409"/>
            <a:ext cx="997527" cy="307777"/>
          </a:xfrm>
          <a:prstGeom prst="rect">
            <a:avLst/>
          </a:prstGeom>
          <a:noFill/>
        </p:spPr>
        <p:txBody>
          <a:bodyPr wrap="square" rtlCol="0">
            <a:spAutoFit/>
          </a:bodyPr>
          <a:lstStyle/>
          <a:p>
            <a:r>
              <a:rPr lang="en-US" sz="1400"/>
              <a:t>Restraints:</a:t>
            </a:r>
          </a:p>
        </p:txBody>
      </p:sp>
      <p:sp>
        <p:nvSpPr>
          <p:cNvPr id="9" name="TextBox 8">
            <a:extLst>
              <a:ext uri="{FF2B5EF4-FFF2-40B4-BE49-F238E27FC236}">
                <a16:creationId xmlns:a16="http://schemas.microsoft.com/office/drawing/2014/main" id="{C0B8DF60-36DE-2EAA-EC9D-3C02121BAD87}"/>
              </a:ext>
            </a:extLst>
          </p:cNvPr>
          <p:cNvSpPr txBox="1"/>
          <p:nvPr/>
        </p:nvSpPr>
        <p:spPr>
          <a:xfrm>
            <a:off x="4689360" y="1273234"/>
            <a:ext cx="3813586" cy="1954381"/>
          </a:xfrm>
          <a:prstGeom prst="rect">
            <a:avLst/>
          </a:prstGeom>
          <a:noFill/>
        </p:spPr>
        <p:txBody>
          <a:bodyPr wrap="square" rtlCol="0">
            <a:spAutoFit/>
          </a:bodyPr>
          <a:lstStyle/>
          <a:p>
            <a:r>
              <a:rPr lang="en-US" sz="1100"/>
              <a:t>While the reviewed research demonstrates strong results when implementing both models. Our deployment introduced constraints that required a different approach.  Running on a Raspberry Pi 4 with a live IoT sensor network, we required a model that could train without labelled attack data. Since collecting real-world attack traffic is impractical on a live network, we opted to implement an </a:t>
            </a:r>
            <a:r>
              <a:rPr lang="en-US" sz="1100" b="1"/>
              <a:t>Isolation Forest </a:t>
            </a:r>
            <a:r>
              <a:rPr lang="en-US" sz="1100"/>
              <a:t>model, which is an unsupervised anomaly detection model that trains exclusively on normal traffic. This is significantly more practical for deployment on environments where attack data is scarce or unknown.</a:t>
            </a:r>
          </a:p>
        </p:txBody>
      </p:sp>
      <p:sp>
        <p:nvSpPr>
          <p:cNvPr id="10" name="TextBox 9">
            <a:extLst>
              <a:ext uri="{FF2B5EF4-FFF2-40B4-BE49-F238E27FC236}">
                <a16:creationId xmlns:a16="http://schemas.microsoft.com/office/drawing/2014/main" id="{A0CEFD71-B342-1D8D-E7DC-721BC53E1D8B}"/>
              </a:ext>
            </a:extLst>
          </p:cNvPr>
          <p:cNvSpPr txBox="1"/>
          <p:nvPr/>
        </p:nvSpPr>
        <p:spPr>
          <a:xfrm>
            <a:off x="4689360" y="3227615"/>
            <a:ext cx="3813586" cy="1446550"/>
          </a:xfrm>
          <a:prstGeom prst="rect">
            <a:avLst/>
          </a:prstGeom>
          <a:noFill/>
        </p:spPr>
        <p:txBody>
          <a:bodyPr wrap="square" rtlCol="0">
            <a:spAutoFit/>
          </a:bodyPr>
          <a:lstStyle/>
          <a:p>
            <a:r>
              <a:rPr lang="en-US" sz="1100"/>
              <a:t>For the temporal layer, we selected </a:t>
            </a:r>
            <a:r>
              <a:rPr lang="en-US" sz="1100" b="1"/>
              <a:t>Bidirectional LSTM </a:t>
            </a:r>
            <a:r>
              <a:rPr lang="en-US" sz="1100"/>
              <a:t>over the standard </a:t>
            </a:r>
            <a:r>
              <a:rPr lang="en-US" sz="1100" b="1"/>
              <a:t>unidirectional LSTM</a:t>
            </a:r>
            <a:r>
              <a:rPr lang="en-US" sz="1100"/>
              <a:t>. </a:t>
            </a:r>
            <a:r>
              <a:rPr lang="en-US" sz="1100" b="1"/>
              <a:t>BiLSTM</a:t>
            </a:r>
            <a:r>
              <a:rPr lang="en-US" sz="1100"/>
              <a:t> processes sequences in both forward and backward directions simultaneously, capturing context from both past and future requests. We chose this model because this feature is particularly valuable for detecting slow-rate attacks where anomalous patterns only become apparent when a sequence is examined rather than individually.</a:t>
            </a:r>
          </a:p>
        </p:txBody>
      </p:sp>
    </p:spTree>
    <p:extLst>
      <p:ext uri="{BB962C8B-B14F-4D97-AF65-F5344CB8AC3E}">
        <p14:creationId xmlns:p14="http://schemas.microsoft.com/office/powerpoint/2010/main" val="26109455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ProjectManagement">
    <p:bg>
      <p:bgPr>
        <a:solidFill>
          <a:srgbClr val="FFFFFF"/>
        </a:solidFill>
        <a:effectLst/>
      </p:bgPr>
    </p:bg>
    <p:spTree>
      <p:nvGrpSpPr>
        <p:cNvPr id="1" name=""/>
        <p:cNvGrpSpPr/>
        <p:nvPr/>
      </p:nvGrpSpPr>
      <p:grpSpPr>
        <a:xfrm>
          <a:off x="0" y="0"/>
          <a:ext cx="0" cy="0"/>
          <a:chOff x="0" y="0"/>
          <a:chExt cx="0" cy="0"/>
        </a:xfrm>
      </p:grpSpPr>
      <p:sp>
        <p:nvSpPr>
          <p:cNvPr id="2" name="Header"/>
          <p:cNvSpPr/>
          <p:nvPr/>
        </p:nvSpPr>
        <p:spPr>
          <a:xfrm>
            <a:off x="0" y="0"/>
            <a:ext cx="9144000" cy="914400"/>
          </a:xfrm>
          <a:prstGeom prst="rect">
            <a:avLst/>
          </a:prstGeom>
          <a:solidFill>
            <a:srgbClr val="0D1B2A"/>
          </a:solidFill>
          <a:ln/>
        </p:spPr>
        <p:txBody>
          <a:bodyPr/>
          <a:lstStyle/>
          <a:p>
            <a:endParaRPr lang="en-US"/>
          </a:p>
        </p:txBody>
      </p:sp>
      <p:sp>
        <p:nvSpPr>
          <p:cNvPr id="3" name="Title"/>
          <p:cNvSpPr/>
          <p:nvPr/>
        </p:nvSpPr>
        <p:spPr>
          <a:xfrm>
            <a:off x="457200" y="0"/>
            <a:ext cx="7772400" cy="914400"/>
          </a:xfrm>
          <a:prstGeom prst="rect">
            <a:avLst/>
          </a:prstGeom>
          <a:noFill/>
          <a:ln/>
        </p:spPr>
        <p:txBody>
          <a:bodyPr wrap="square" rtlCol="0" anchor="ctr"/>
          <a:lstStyle/>
          <a:p>
            <a:pPr marL="0" indent="0" algn="l">
              <a:buNone/>
            </a:pPr>
            <a:r>
              <a:rPr lang="en-US" sz="2800" b="1">
                <a:solidFill>
                  <a:srgbClr val="FFFFFF"/>
                </a:solidFill>
                <a:latin typeface="Calibri" pitchFamily="34" charset="0"/>
              </a:rPr>
              <a:t>Project Management</a:t>
            </a:r>
          </a:p>
        </p:txBody>
      </p:sp>
      <p:sp>
        <p:nvSpPr>
          <p:cNvPr id="4" name="SlideNum"/>
          <p:cNvSpPr/>
          <p:nvPr/>
        </p:nvSpPr>
        <p:spPr>
          <a:xfrm>
            <a:off x="7959144" y="0"/>
            <a:ext cx="1000688" cy="914400"/>
          </a:xfrm>
          <a:prstGeom prst="rect">
            <a:avLst/>
          </a:prstGeom>
          <a:noFill/>
          <a:ln/>
        </p:spPr>
        <p:txBody>
          <a:bodyPr wrap="square" rtlCol="0" anchor="ctr"/>
          <a:lstStyle/>
          <a:p>
            <a:pPr marL="0" indent="0" algn="r">
              <a:buNone/>
            </a:pPr>
            <a:r>
              <a:rPr lang="en-US" sz="3600" b="1">
                <a:solidFill>
                  <a:srgbClr val="00B4D8"/>
                </a:solidFill>
                <a:latin typeface="Calibri" pitchFamily="34" charset="0"/>
              </a:rPr>
              <a:t>PM</a:t>
            </a:r>
          </a:p>
        </p:txBody>
      </p:sp>
      <p:sp>
        <p:nvSpPr>
          <p:cNvPr id="5" name="GanttTitle"/>
          <p:cNvSpPr/>
          <p:nvPr/>
        </p:nvSpPr>
        <p:spPr>
          <a:xfrm>
            <a:off x="365760" y="1000000"/>
            <a:ext cx="8412480" cy="300000"/>
          </a:xfrm>
          <a:prstGeom prst="rect">
            <a:avLst/>
          </a:prstGeom>
          <a:noFill/>
          <a:ln/>
        </p:spPr>
        <p:txBody>
          <a:bodyPr wrap="square" rtlCol="0" anchor="ctr"/>
          <a:lstStyle/>
          <a:p>
            <a:pPr marL="0" indent="0">
              <a:buNone/>
            </a:pPr>
            <a:r>
              <a:rPr lang="en-US" sz="1400" b="1">
                <a:solidFill>
                  <a:srgbClr val="0D1B2A"/>
                </a:solidFill>
                <a:latin typeface="Calibri" pitchFamily="34" charset="0"/>
              </a:rPr>
              <a:t>Project Timeline (Gantt Chart)</a:t>
            </a:r>
          </a:p>
        </p:txBody>
      </p:sp>
      <p:sp>
        <p:nvSpPr>
          <p:cNvPr id="6" name="GanttHdr"/>
          <p:cNvSpPr/>
          <p:nvPr/>
        </p:nvSpPr>
        <p:spPr>
          <a:xfrm>
            <a:off x="365760" y="1310000"/>
            <a:ext cx="8412480" cy="260000"/>
          </a:xfrm>
          <a:prstGeom prst="rect">
            <a:avLst/>
          </a:prstGeom>
          <a:solidFill>
            <a:srgbClr val="0D1B2A"/>
          </a:solidFill>
          <a:ln/>
        </p:spPr>
        <p:txBody>
          <a:bodyPr wrap="square" lIns="91440" tIns="0" rIns="91440" bIns="0" rtlCol="0" anchor="ctr"/>
          <a:lstStyle/>
          <a:p>
            <a:pPr marL="0" indent="0">
              <a:buNone/>
            </a:pPr>
            <a:r>
              <a:rPr lang="en-US" sz="900" b="1">
                <a:solidFill>
                  <a:srgbClr val="FFFFFF"/>
                </a:solidFill>
                <a:latin typeface="Calibri" pitchFamily="34" charset="0"/>
              </a:rPr>
              <a:t>Task                                    	            Week 1-2                Week 3-4               Week 5-6              Week 7-8               Week 9-10                 Week 11-13               Week 14-15</a:t>
            </a:r>
          </a:p>
        </p:txBody>
      </p:sp>
      <p:sp>
        <p:nvSpPr>
          <p:cNvPr id="7" name="GR1"/>
          <p:cNvSpPr/>
          <p:nvPr/>
        </p:nvSpPr>
        <p:spPr>
          <a:xfrm>
            <a:off x="365760" y="1580000"/>
            <a:ext cx="2200000" cy="240000"/>
          </a:xfrm>
          <a:prstGeom prst="rect">
            <a:avLst/>
          </a:prstGeom>
          <a:solidFill>
            <a:srgbClr val="F0F4F8"/>
          </a:solidFill>
          <a:ln w="6350">
            <a:solidFill>
              <a:srgbClr val="CCCCCC"/>
            </a:solidFill>
          </a:ln>
        </p:spPr>
        <p:txBody>
          <a:bodyPr wrap="square" lIns="91440" tIns="0" rIns="0" bIns="0" rtlCol="0" anchor="ctr"/>
          <a:lstStyle/>
          <a:p>
            <a:pPr marL="0" indent="0">
              <a:buNone/>
            </a:pPr>
            <a:r>
              <a:rPr lang="en-US" sz="900">
                <a:solidFill>
                  <a:srgbClr val="0D1B2A"/>
                </a:solidFill>
                <a:latin typeface="Calibri" pitchFamily="34" charset="0"/>
              </a:rPr>
              <a:t>Data Collection</a:t>
            </a:r>
          </a:p>
        </p:txBody>
      </p:sp>
      <p:sp>
        <p:nvSpPr>
          <p:cNvPr id="8" name="GB1"/>
          <p:cNvSpPr/>
          <p:nvPr/>
        </p:nvSpPr>
        <p:spPr>
          <a:xfrm>
            <a:off x="2565760" y="1610000"/>
            <a:ext cx="2800000" cy="180000"/>
          </a:xfrm>
          <a:prstGeom prst="rect">
            <a:avLst/>
          </a:prstGeom>
          <a:solidFill>
            <a:srgbClr val="00B4D8"/>
          </a:solidFill>
          <a:ln/>
        </p:spPr>
        <p:txBody>
          <a:bodyPr/>
          <a:lstStyle/>
          <a:p>
            <a:endParaRPr lang="en-US"/>
          </a:p>
        </p:txBody>
      </p:sp>
      <p:sp>
        <p:nvSpPr>
          <p:cNvPr id="9" name="GR2"/>
          <p:cNvSpPr/>
          <p:nvPr/>
        </p:nvSpPr>
        <p:spPr>
          <a:xfrm>
            <a:off x="365760" y="1830000"/>
            <a:ext cx="2200000" cy="240000"/>
          </a:xfrm>
          <a:prstGeom prst="rect">
            <a:avLst/>
          </a:prstGeom>
          <a:solidFill>
            <a:srgbClr val="FFFFFF"/>
          </a:solidFill>
          <a:ln w="6350">
            <a:solidFill>
              <a:srgbClr val="CCCCCC"/>
            </a:solidFill>
          </a:ln>
        </p:spPr>
        <p:txBody>
          <a:bodyPr wrap="square" lIns="91440" tIns="0" rIns="0" bIns="0" rtlCol="0" anchor="ctr"/>
          <a:lstStyle/>
          <a:p>
            <a:pPr marL="0" indent="0">
              <a:buNone/>
            </a:pPr>
            <a:r>
              <a:rPr lang="en-US" sz="900">
                <a:solidFill>
                  <a:srgbClr val="0D1B2A"/>
                </a:solidFill>
                <a:latin typeface="Calibri" pitchFamily="34" charset="0"/>
              </a:rPr>
              <a:t>Live Network Deployment</a:t>
            </a:r>
          </a:p>
        </p:txBody>
      </p:sp>
      <p:sp>
        <p:nvSpPr>
          <p:cNvPr id="10" name="GB2"/>
          <p:cNvSpPr/>
          <p:nvPr/>
        </p:nvSpPr>
        <p:spPr>
          <a:xfrm>
            <a:off x="2565760" y="1860000"/>
            <a:ext cx="3700000" cy="180000"/>
          </a:xfrm>
          <a:prstGeom prst="rect">
            <a:avLst/>
          </a:prstGeom>
          <a:solidFill>
            <a:srgbClr val="0077B6"/>
          </a:solidFill>
          <a:ln/>
        </p:spPr>
        <p:txBody>
          <a:bodyPr/>
          <a:lstStyle/>
          <a:p>
            <a:endParaRPr lang="en-US"/>
          </a:p>
        </p:txBody>
      </p:sp>
      <p:sp>
        <p:nvSpPr>
          <p:cNvPr id="11" name="GR3"/>
          <p:cNvSpPr/>
          <p:nvPr/>
        </p:nvSpPr>
        <p:spPr>
          <a:xfrm>
            <a:off x="365760" y="2080000"/>
            <a:ext cx="2200000" cy="240000"/>
          </a:xfrm>
          <a:prstGeom prst="rect">
            <a:avLst/>
          </a:prstGeom>
          <a:solidFill>
            <a:srgbClr val="F0F4F8"/>
          </a:solidFill>
          <a:ln w="6350">
            <a:solidFill>
              <a:srgbClr val="CCCCCC"/>
            </a:solidFill>
          </a:ln>
        </p:spPr>
        <p:txBody>
          <a:bodyPr wrap="square" lIns="91440" tIns="0" rIns="0" bIns="0" rtlCol="0" anchor="ctr"/>
          <a:lstStyle/>
          <a:p>
            <a:r>
              <a:rPr lang="en-US" sz="900">
                <a:solidFill>
                  <a:srgbClr val="0D1B2A"/>
                </a:solidFill>
                <a:latin typeface="Calibri" pitchFamily="34" charset="0"/>
              </a:rPr>
              <a:t>Isolation Forest Model</a:t>
            </a:r>
          </a:p>
        </p:txBody>
      </p:sp>
      <p:sp>
        <p:nvSpPr>
          <p:cNvPr id="12" name="GB3"/>
          <p:cNvSpPr/>
          <p:nvPr/>
        </p:nvSpPr>
        <p:spPr>
          <a:xfrm>
            <a:off x="3697793" y="2110000"/>
            <a:ext cx="3267965" cy="180000"/>
          </a:xfrm>
          <a:prstGeom prst="rect">
            <a:avLst/>
          </a:prstGeom>
          <a:solidFill>
            <a:srgbClr val="0077B6"/>
          </a:solidFill>
          <a:ln/>
        </p:spPr>
        <p:txBody>
          <a:bodyPr/>
          <a:lstStyle/>
          <a:p>
            <a:endParaRPr lang="en-US"/>
          </a:p>
        </p:txBody>
      </p:sp>
      <p:sp>
        <p:nvSpPr>
          <p:cNvPr id="13" name="GR4"/>
          <p:cNvSpPr/>
          <p:nvPr/>
        </p:nvSpPr>
        <p:spPr>
          <a:xfrm>
            <a:off x="365760" y="2330000"/>
            <a:ext cx="2200000" cy="240000"/>
          </a:xfrm>
          <a:prstGeom prst="rect">
            <a:avLst/>
          </a:prstGeom>
          <a:solidFill>
            <a:srgbClr val="FFFFFF"/>
          </a:solidFill>
          <a:ln w="6350">
            <a:solidFill>
              <a:srgbClr val="CCCCCC"/>
            </a:solidFill>
          </a:ln>
        </p:spPr>
        <p:txBody>
          <a:bodyPr wrap="square" lIns="91440" tIns="0" rIns="0" bIns="0" rtlCol="0" anchor="ctr"/>
          <a:lstStyle/>
          <a:p>
            <a:r>
              <a:rPr lang="en-US" sz="900">
                <a:solidFill>
                  <a:srgbClr val="0D1B2A"/>
                </a:solidFill>
                <a:latin typeface="Calibri" pitchFamily="34" charset="0"/>
              </a:rPr>
              <a:t>BiLSTM Model</a:t>
            </a:r>
          </a:p>
        </p:txBody>
      </p:sp>
      <p:sp>
        <p:nvSpPr>
          <p:cNvPr id="14" name="GB4"/>
          <p:cNvSpPr/>
          <p:nvPr/>
        </p:nvSpPr>
        <p:spPr>
          <a:xfrm>
            <a:off x="4293279" y="2358560"/>
            <a:ext cx="3347539" cy="182880"/>
          </a:xfrm>
          <a:prstGeom prst="rect">
            <a:avLst/>
          </a:prstGeom>
          <a:solidFill>
            <a:srgbClr val="00B4D8"/>
          </a:solidFill>
          <a:ln/>
        </p:spPr>
        <p:txBody>
          <a:bodyPr/>
          <a:lstStyle/>
          <a:p>
            <a:endParaRPr lang="en-US"/>
          </a:p>
        </p:txBody>
      </p:sp>
      <p:sp>
        <p:nvSpPr>
          <p:cNvPr id="15" name="GR5"/>
          <p:cNvSpPr/>
          <p:nvPr/>
        </p:nvSpPr>
        <p:spPr>
          <a:xfrm>
            <a:off x="365760" y="2580000"/>
            <a:ext cx="2200000" cy="240000"/>
          </a:xfrm>
          <a:prstGeom prst="rect">
            <a:avLst/>
          </a:prstGeom>
          <a:solidFill>
            <a:srgbClr val="F0F4F8"/>
          </a:solidFill>
          <a:ln w="6350">
            <a:solidFill>
              <a:srgbClr val="CCCCCC"/>
            </a:solidFill>
          </a:ln>
        </p:spPr>
        <p:txBody>
          <a:bodyPr wrap="square" lIns="91440" tIns="0" rIns="0" bIns="0" rtlCol="0" anchor="ctr"/>
          <a:lstStyle/>
          <a:p>
            <a:pPr marL="0" indent="0">
              <a:buNone/>
            </a:pPr>
            <a:r>
              <a:rPr lang="en-US" sz="900">
                <a:solidFill>
                  <a:srgbClr val="0D1B2A"/>
                </a:solidFill>
                <a:latin typeface="Calibri" pitchFamily="34" charset="0"/>
              </a:rPr>
              <a:t>LoRa Implementation</a:t>
            </a:r>
          </a:p>
        </p:txBody>
      </p:sp>
      <p:sp>
        <p:nvSpPr>
          <p:cNvPr id="16" name="GB5"/>
          <p:cNvSpPr/>
          <p:nvPr/>
        </p:nvSpPr>
        <p:spPr>
          <a:xfrm>
            <a:off x="5907110" y="2608560"/>
            <a:ext cx="2458650" cy="182880"/>
          </a:xfrm>
          <a:prstGeom prst="rect">
            <a:avLst/>
          </a:prstGeom>
          <a:solidFill>
            <a:srgbClr val="0077B6"/>
          </a:solidFill>
          <a:ln/>
        </p:spPr>
        <p:txBody>
          <a:bodyPr/>
          <a:lstStyle/>
          <a:p>
            <a:endParaRPr lang="en-US"/>
          </a:p>
        </p:txBody>
      </p:sp>
      <p:sp>
        <p:nvSpPr>
          <p:cNvPr id="17" name="GR6"/>
          <p:cNvSpPr/>
          <p:nvPr/>
        </p:nvSpPr>
        <p:spPr>
          <a:xfrm>
            <a:off x="365760" y="2830000"/>
            <a:ext cx="2200000" cy="240000"/>
          </a:xfrm>
          <a:prstGeom prst="rect">
            <a:avLst/>
          </a:prstGeom>
          <a:solidFill>
            <a:srgbClr val="FFFFFF"/>
          </a:solidFill>
          <a:ln w="6350">
            <a:solidFill>
              <a:srgbClr val="CCCCCC"/>
            </a:solidFill>
          </a:ln>
        </p:spPr>
        <p:txBody>
          <a:bodyPr wrap="square" lIns="91440" tIns="0" rIns="0" bIns="0" rtlCol="0" anchor="ctr"/>
          <a:lstStyle/>
          <a:p>
            <a:pPr marL="0" indent="0">
              <a:buNone/>
            </a:pPr>
            <a:r>
              <a:rPr lang="en-US" sz="900">
                <a:solidFill>
                  <a:srgbClr val="0D1B2A"/>
                </a:solidFill>
                <a:latin typeface="Calibri" pitchFamily="34" charset="0"/>
              </a:rPr>
              <a:t>Attack Simulation &amp; Testing</a:t>
            </a:r>
          </a:p>
        </p:txBody>
      </p:sp>
      <p:sp>
        <p:nvSpPr>
          <p:cNvPr id="18" name="GB6"/>
          <p:cNvSpPr/>
          <p:nvPr/>
        </p:nvSpPr>
        <p:spPr>
          <a:xfrm>
            <a:off x="6265760" y="2860000"/>
            <a:ext cx="2100000" cy="180000"/>
          </a:xfrm>
          <a:prstGeom prst="rect">
            <a:avLst/>
          </a:prstGeom>
          <a:solidFill>
            <a:srgbClr val="E63946"/>
          </a:solidFill>
          <a:ln/>
        </p:spPr>
        <p:txBody>
          <a:bodyPr/>
          <a:lstStyle/>
          <a:p>
            <a:endParaRPr lang="en-US"/>
          </a:p>
        </p:txBody>
      </p:sp>
      <p:sp>
        <p:nvSpPr>
          <p:cNvPr id="19" name="MatrixTitle"/>
          <p:cNvSpPr/>
          <p:nvPr/>
        </p:nvSpPr>
        <p:spPr>
          <a:xfrm>
            <a:off x="365760" y="3150000"/>
            <a:ext cx="8412480" cy="280000"/>
          </a:xfrm>
          <a:prstGeom prst="rect">
            <a:avLst/>
          </a:prstGeom>
          <a:noFill/>
          <a:ln/>
        </p:spPr>
        <p:txBody>
          <a:bodyPr wrap="square" rtlCol="0" anchor="ctr"/>
          <a:lstStyle/>
          <a:p>
            <a:pPr marL="0" indent="0">
              <a:buNone/>
            </a:pPr>
            <a:r>
              <a:rPr lang="en-US" sz="1400" b="1">
                <a:solidFill>
                  <a:srgbClr val="0D1B2A"/>
                </a:solidFill>
                <a:latin typeface="Calibri" pitchFamily="34" charset="0"/>
              </a:rPr>
              <a:t>Responsibility Matrix</a:t>
            </a:r>
          </a:p>
        </p:txBody>
      </p:sp>
      <p:sp>
        <p:nvSpPr>
          <p:cNvPr id="20" name="MH"/>
          <p:cNvSpPr/>
          <p:nvPr/>
        </p:nvSpPr>
        <p:spPr>
          <a:xfrm>
            <a:off x="365760" y="3450000"/>
            <a:ext cx="8412480" cy="270000"/>
          </a:xfrm>
          <a:prstGeom prst="rect">
            <a:avLst/>
          </a:prstGeom>
          <a:solidFill>
            <a:srgbClr val="0D1B2A"/>
          </a:solidFill>
          <a:ln/>
        </p:spPr>
        <p:txBody>
          <a:bodyPr wrap="square" lIns="91440" tIns="0" rIns="91440" bIns="0" rtlCol="0" anchor="ctr"/>
          <a:lstStyle/>
          <a:p>
            <a:pPr marL="0" indent="0">
              <a:buNone/>
            </a:pPr>
            <a:r>
              <a:rPr lang="en-US" sz="900" b="1">
                <a:solidFill>
                  <a:srgbClr val="FFFFFF"/>
                </a:solidFill>
                <a:latin typeface="Calibri" pitchFamily="34" charset="0"/>
              </a:rPr>
              <a:t>Task                       		Andrew (IF Module)          Emmanuel (LSTM Model)      James (LoRa)</a:t>
            </a:r>
          </a:p>
        </p:txBody>
      </p:sp>
      <p:sp>
        <p:nvSpPr>
          <p:cNvPr id="21" name="MR1"/>
          <p:cNvSpPr/>
          <p:nvPr/>
        </p:nvSpPr>
        <p:spPr>
          <a:xfrm>
            <a:off x="365760" y="3730000"/>
            <a:ext cx="8412480" cy="240000"/>
          </a:xfrm>
          <a:prstGeom prst="rect">
            <a:avLst/>
          </a:prstGeom>
          <a:solidFill>
            <a:srgbClr val="E8F4F8"/>
          </a:solidFill>
          <a:ln w="6350">
            <a:solidFill>
              <a:srgbClr val="CCCCCC"/>
            </a:solidFill>
          </a:ln>
        </p:spPr>
        <p:txBody>
          <a:bodyPr wrap="square" lIns="91440" tIns="0" rIns="91440" bIns="0" rtlCol="0" anchor="ctr"/>
          <a:lstStyle/>
          <a:p>
            <a:pPr marL="0" indent="0">
              <a:buNone/>
            </a:pPr>
            <a:r>
              <a:rPr lang="en-US" sz="900">
                <a:solidFill>
                  <a:srgbClr val="0D1B2A"/>
                </a:solidFill>
                <a:latin typeface="Calibri" pitchFamily="34" charset="0"/>
              </a:rPr>
              <a:t>Data Collection                      	                    R                        	R                        	R</a:t>
            </a:r>
          </a:p>
        </p:txBody>
      </p:sp>
      <p:sp>
        <p:nvSpPr>
          <p:cNvPr id="22" name="MR2"/>
          <p:cNvSpPr/>
          <p:nvPr/>
        </p:nvSpPr>
        <p:spPr>
          <a:xfrm>
            <a:off x="365760" y="3980000"/>
            <a:ext cx="8412480" cy="240000"/>
          </a:xfrm>
          <a:prstGeom prst="rect">
            <a:avLst/>
          </a:prstGeom>
          <a:solidFill>
            <a:srgbClr val="FFFFFF"/>
          </a:solidFill>
          <a:ln w="6350">
            <a:solidFill>
              <a:srgbClr val="CCCCCC"/>
            </a:solidFill>
          </a:ln>
        </p:spPr>
        <p:txBody>
          <a:bodyPr wrap="square" lIns="91440" tIns="0" rIns="91440" bIns="0" rtlCol="0" anchor="ctr"/>
          <a:lstStyle/>
          <a:p>
            <a:pPr marL="0" indent="0">
              <a:buNone/>
            </a:pPr>
            <a:r>
              <a:rPr lang="en-US" sz="900">
                <a:solidFill>
                  <a:srgbClr val="0D1B2A"/>
                </a:solidFill>
                <a:latin typeface="Calibri" pitchFamily="34" charset="0"/>
              </a:rPr>
              <a:t>Isolation Forest Model              	                    R                  	S                        	S</a:t>
            </a:r>
          </a:p>
        </p:txBody>
      </p:sp>
      <p:sp>
        <p:nvSpPr>
          <p:cNvPr id="23" name="MR3"/>
          <p:cNvSpPr/>
          <p:nvPr/>
        </p:nvSpPr>
        <p:spPr>
          <a:xfrm>
            <a:off x="365760" y="4230000"/>
            <a:ext cx="8412480" cy="240000"/>
          </a:xfrm>
          <a:prstGeom prst="rect">
            <a:avLst/>
          </a:prstGeom>
          <a:solidFill>
            <a:srgbClr val="E8F4F8"/>
          </a:solidFill>
          <a:ln w="6350">
            <a:solidFill>
              <a:srgbClr val="CCCCCC"/>
            </a:solidFill>
          </a:ln>
        </p:spPr>
        <p:txBody>
          <a:bodyPr wrap="square" lIns="91440" tIns="0" rIns="91440" bIns="0" rtlCol="0" anchor="ctr"/>
          <a:lstStyle/>
          <a:p>
            <a:pPr marL="0" indent="0">
              <a:buNone/>
            </a:pPr>
            <a:r>
              <a:rPr lang="en-US" sz="900">
                <a:solidFill>
                  <a:srgbClr val="0D1B2A"/>
                </a:solidFill>
                <a:latin typeface="Calibri" pitchFamily="34" charset="0"/>
              </a:rPr>
              <a:t>LSTM Model Development               	                    S                     	R                    	S</a:t>
            </a:r>
          </a:p>
        </p:txBody>
      </p:sp>
      <p:sp>
        <p:nvSpPr>
          <p:cNvPr id="24" name="MR4"/>
          <p:cNvSpPr/>
          <p:nvPr/>
        </p:nvSpPr>
        <p:spPr>
          <a:xfrm>
            <a:off x="365760" y="4480000"/>
            <a:ext cx="8412480" cy="240000"/>
          </a:xfrm>
          <a:prstGeom prst="rect">
            <a:avLst/>
          </a:prstGeom>
          <a:solidFill>
            <a:srgbClr val="FFFFFF"/>
          </a:solidFill>
          <a:ln w="6350">
            <a:solidFill>
              <a:srgbClr val="CCCCCC"/>
            </a:solidFill>
          </a:ln>
        </p:spPr>
        <p:txBody>
          <a:bodyPr wrap="square" lIns="91440" tIns="0" rIns="91440" bIns="0" rtlCol="0" anchor="ctr"/>
          <a:lstStyle/>
          <a:p>
            <a:pPr marL="0" indent="0">
              <a:buNone/>
            </a:pPr>
            <a:r>
              <a:rPr lang="en-US" sz="900">
                <a:solidFill>
                  <a:srgbClr val="0D1B2A"/>
                </a:solidFill>
                <a:latin typeface="Calibri" pitchFamily="34" charset="0"/>
              </a:rPr>
              <a:t>LoRa Implementation                  	                    S                        	S                     	R</a:t>
            </a:r>
          </a:p>
        </p:txBody>
      </p:sp>
      <p:sp>
        <p:nvSpPr>
          <p:cNvPr id="25" name="MR5"/>
          <p:cNvSpPr/>
          <p:nvPr/>
        </p:nvSpPr>
        <p:spPr>
          <a:xfrm>
            <a:off x="365760" y="4730000"/>
            <a:ext cx="8412480" cy="240000"/>
          </a:xfrm>
          <a:prstGeom prst="rect">
            <a:avLst/>
          </a:prstGeom>
          <a:solidFill>
            <a:srgbClr val="E8F4F8"/>
          </a:solidFill>
          <a:ln w="6350">
            <a:solidFill>
              <a:srgbClr val="CCCCCC"/>
            </a:solidFill>
          </a:ln>
        </p:spPr>
        <p:txBody>
          <a:bodyPr wrap="square" lIns="91440" tIns="0" rIns="91440" bIns="0" rtlCol="0" anchor="ctr"/>
          <a:lstStyle/>
          <a:p>
            <a:pPr marL="0" indent="0">
              <a:buNone/>
            </a:pPr>
            <a:r>
              <a:rPr lang="en-US" sz="900">
                <a:solidFill>
                  <a:srgbClr val="0D1B2A"/>
                </a:solidFill>
                <a:latin typeface="Calibri" pitchFamily="34" charset="0"/>
              </a:rPr>
              <a:t>Live Deployment &amp; Attack Simulation   	                    R                        	R                        	R</a:t>
            </a:r>
          </a:p>
        </p:txBody>
      </p:sp>
      <p:sp>
        <p:nvSpPr>
          <p:cNvPr id="26" name="Legend"/>
          <p:cNvSpPr/>
          <p:nvPr/>
        </p:nvSpPr>
        <p:spPr>
          <a:xfrm>
            <a:off x="365760" y="4980000"/>
            <a:ext cx="8412480" cy="120000"/>
          </a:xfrm>
          <a:prstGeom prst="rect">
            <a:avLst/>
          </a:prstGeom>
          <a:noFill/>
          <a:ln/>
        </p:spPr>
        <p:txBody>
          <a:bodyPr wrap="square" rtlCol="0" anchor="ctr"/>
          <a:lstStyle/>
          <a:p>
            <a:pPr marL="0" indent="0">
              <a:buNone/>
            </a:pPr>
            <a:r>
              <a:rPr lang="en-US" sz="800" i="1">
                <a:solidFill>
                  <a:srgbClr val="6B7280"/>
                </a:solidFill>
                <a:latin typeface="Calibri" pitchFamily="34" charset="0"/>
              </a:rPr>
              <a:t>R = Responsible (Lead)     S = Supporting     All members participated in testing, documentation, and final presentation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CybersecurityPractice">
    <p:bg>
      <p:bgPr>
        <a:solidFill>
          <a:srgbClr val="FFFFFF"/>
        </a:solidFill>
        <a:effectLst/>
      </p:bgPr>
    </p:bg>
    <p:spTree>
      <p:nvGrpSpPr>
        <p:cNvPr id="1" name=""/>
        <p:cNvGrpSpPr/>
        <p:nvPr/>
      </p:nvGrpSpPr>
      <p:grpSpPr>
        <a:xfrm>
          <a:off x="0" y="0"/>
          <a:ext cx="0" cy="0"/>
          <a:chOff x="0" y="0"/>
          <a:chExt cx="0" cy="0"/>
        </a:xfrm>
      </p:grpSpPr>
      <p:sp>
        <p:nvSpPr>
          <p:cNvPr id="2" name="Header"/>
          <p:cNvSpPr/>
          <p:nvPr/>
        </p:nvSpPr>
        <p:spPr>
          <a:xfrm>
            <a:off x="0" y="0"/>
            <a:ext cx="9144000" cy="914400"/>
          </a:xfrm>
          <a:prstGeom prst="rect">
            <a:avLst/>
          </a:prstGeom>
          <a:solidFill>
            <a:srgbClr val="0D1B2A"/>
          </a:solidFill>
          <a:ln/>
        </p:spPr>
        <p:txBody>
          <a:bodyPr/>
          <a:lstStyle/>
          <a:p>
            <a:endParaRPr lang="en-US"/>
          </a:p>
        </p:txBody>
      </p:sp>
      <p:sp>
        <p:nvSpPr>
          <p:cNvPr id="3" name="Title"/>
          <p:cNvSpPr/>
          <p:nvPr/>
        </p:nvSpPr>
        <p:spPr>
          <a:xfrm>
            <a:off x="457200" y="0"/>
            <a:ext cx="7772400" cy="914400"/>
          </a:xfrm>
          <a:prstGeom prst="rect">
            <a:avLst/>
          </a:prstGeom>
          <a:noFill/>
          <a:ln/>
        </p:spPr>
        <p:txBody>
          <a:bodyPr wrap="square" rtlCol="0" anchor="ctr"/>
          <a:lstStyle/>
          <a:p>
            <a:pPr marL="0" indent="0" algn="l">
              <a:buNone/>
            </a:pPr>
            <a:r>
              <a:rPr lang="en-US" sz="2800" b="1">
                <a:solidFill>
                  <a:srgbClr val="FFFFFF"/>
                </a:solidFill>
                <a:latin typeface="Calibri" pitchFamily="34" charset="0"/>
              </a:rPr>
              <a:t>Cybersecurity Practice &amp; Standards</a:t>
            </a:r>
          </a:p>
        </p:txBody>
      </p:sp>
      <p:sp>
        <p:nvSpPr>
          <p:cNvPr id="4" name="SlideNum"/>
          <p:cNvSpPr/>
          <p:nvPr/>
        </p:nvSpPr>
        <p:spPr>
          <a:xfrm>
            <a:off x="8046720" y="0"/>
            <a:ext cx="822960" cy="914400"/>
          </a:xfrm>
          <a:prstGeom prst="rect">
            <a:avLst/>
          </a:prstGeom>
          <a:noFill/>
          <a:ln/>
        </p:spPr>
        <p:txBody>
          <a:bodyPr wrap="square" rtlCol="0" anchor="ctr"/>
          <a:lstStyle/>
          <a:p>
            <a:pPr marL="0" indent="0" algn="r">
              <a:buNone/>
            </a:pPr>
            <a:r>
              <a:rPr lang="en-US" sz="3600" b="1">
                <a:solidFill>
                  <a:srgbClr val="00B4D8"/>
                </a:solidFill>
                <a:latin typeface="Calibri" pitchFamily="34" charset="0"/>
              </a:rPr>
              <a:t>CS</a:t>
            </a:r>
          </a:p>
        </p:txBody>
      </p:sp>
      <p:sp>
        <p:nvSpPr>
          <p:cNvPr id="5" name="EthicsCard"/>
          <p:cNvSpPr/>
          <p:nvPr/>
        </p:nvSpPr>
        <p:spPr>
          <a:xfrm>
            <a:off x="365760" y="1050000"/>
            <a:ext cx="4023360" cy="3900000"/>
          </a:xfrm>
          <a:prstGeom prst="rect">
            <a:avLst/>
          </a:prstGeom>
          <a:solidFill>
            <a:srgbClr val="E8F4F8"/>
          </a:solidFill>
          <a:ln w="12700">
            <a:solidFill>
              <a:srgbClr val="00B4D8"/>
            </a:solidFill>
          </a:ln>
          <a:effectLst>
            <a:outerShdw blurRad="101600" dist="38100" dir="8100000" algn="bl" rotWithShape="0">
              <a:srgbClr val="000000">
                <a:alpha val="12000"/>
              </a:srgbClr>
            </a:outerShdw>
          </a:effectLst>
        </p:spPr>
        <p:txBody>
          <a:bodyPr/>
          <a:lstStyle/>
          <a:p>
            <a:endParaRPr lang="en-US"/>
          </a:p>
        </p:txBody>
      </p:sp>
      <p:sp>
        <p:nvSpPr>
          <p:cNvPr id="6" name="EthicsTitle"/>
          <p:cNvSpPr/>
          <p:nvPr/>
        </p:nvSpPr>
        <p:spPr>
          <a:xfrm>
            <a:off x="457200" y="1130000"/>
            <a:ext cx="3840480" cy="360000"/>
          </a:xfrm>
          <a:prstGeom prst="rect">
            <a:avLst/>
          </a:prstGeom>
          <a:noFill/>
          <a:ln/>
        </p:spPr>
        <p:txBody>
          <a:bodyPr wrap="square" rtlCol="0" anchor="ctr"/>
          <a:lstStyle/>
          <a:p>
            <a:pPr marL="0" indent="0">
              <a:buNone/>
            </a:pPr>
            <a:r>
              <a:rPr lang="en-US" sz="1400" b="1">
                <a:solidFill>
                  <a:srgbClr val="0D1B2A"/>
                </a:solidFill>
                <a:latin typeface="Calibri" pitchFamily="34" charset="0"/>
              </a:rPr>
              <a:t>Ethics &amp; Code of Professional Practice</a:t>
            </a:r>
          </a:p>
        </p:txBody>
      </p:sp>
      <p:sp>
        <p:nvSpPr>
          <p:cNvPr id="7" name="EthicsBody"/>
          <p:cNvSpPr/>
          <p:nvPr/>
        </p:nvSpPr>
        <p:spPr>
          <a:xfrm>
            <a:off x="502920" y="1530000"/>
            <a:ext cx="3749040" cy="3300000"/>
          </a:xfrm>
          <a:prstGeom prst="rect">
            <a:avLst/>
          </a:prstGeom>
          <a:noFill/>
          <a:ln/>
        </p:spPr>
        <p:txBody>
          <a:bodyPr wrap="square" rtlCol="0" anchor="t"/>
          <a:lstStyle/>
          <a:p>
            <a:pPr marL="0" indent="0">
              <a:buNone/>
            </a:pPr>
            <a:r>
              <a:rPr lang="en-US" sz="1100" b="1">
                <a:solidFill>
                  <a:srgbClr val="00B4D8"/>
                </a:solidFill>
                <a:latin typeface="Calibri" pitchFamily="34" charset="0"/>
              </a:rPr>
              <a:t>Responsible Disclosure</a:t>
            </a:r>
          </a:p>
          <a:p>
            <a:pPr marL="0" indent="0">
              <a:buNone/>
            </a:pPr>
            <a:r>
              <a:rPr lang="en-US" sz="1000">
                <a:solidFill>
                  <a:srgbClr val="1A1A2E"/>
                </a:solidFill>
                <a:latin typeface="Calibri" pitchFamily="34" charset="0"/>
              </a:rPr>
              <a:t>All attack simulations were conducted in an isolated lab network. No attacks were launched against production or third-party systems.</a:t>
            </a:r>
          </a:p>
          <a:p>
            <a:pPr marL="0" indent="0">
              <a:buNone/>
            </a:pPr>
            <a:endParaRPr lang="en-US" sz="1000"/>
          </a:p>
          <a:p>
            <a:pPr marL="0" indent="0">
              <a:buNone/>
            </a:pPr>
            <a:r>
              <a:rPr lang="en-US" sz="1100" b="1">
                <a:solidFill>
                  <a:srgbClr val="00B4D8"/>
                </a:solidFill>
                <a:latin typeface="Calibri" pitchFamily="34" charset="0"/>
              </a:rPr>
              <a:t>Data Privacy</a:t>
            </a:r>
          </a:p>
          <a:p>
            <a:pPr marL="0" indent="0">
              <a:buNone/>
            </a:pPr>
            <a:r>
              <a:rPr lang="en-US" sz="1000">
                <a:solidFill>
                  <a:srgbClr val="1A1A2E"/>
                </a:solidFill>
                <a:latin typeface="Calibri" pitchFamily="34" charset="0"/>
              </a:rPr>
              <a:t>Sensor data collected for research purposes only. No personally identifiable information was captured or stored.</a:t>
            </a:r>
          </a:p>
          <a:p>
            <a:pPr marL="0" indent="0">
              <a:buNone/>
            </a:pPr>
            <a:endParaRPr lang="en-US" sz="1000"/>
          </a:p>
          <a:p>
            <a:pPr marL="0" indent="0">
              <a:buNone/>
            </a:pPr>
            <a:r>
              <a:rPr lang="en-US" sz="1100" b="1">
                <a:solidFill>
                  <a:srgbClr val="00B4D8"/>
                </a:solidFill>
                <a:latin typeface="Calibri" pitchFamily="34" charset="0"/>
              </a:rPr>
              <a:t>Dual-Use Awareness</a:t>
            </a:r>
          </a:p>
          <a:p>
            <a:pPr marL="0" indent="0">
              <a:buNone/>
            </a:pPr>
            <a:r>
              <a:rPr lang="en-US" sz="1000">
                <a:solidFill>
                  <a:srgbClr val="1A1A2E"/>
                </a:solidFill>
                <a:latin typeface="Calibri" pitchFamily="34" charset="0"/>
              </a:rPr>
              <a:t>Attack simulation scripts were developed solely for evaluating IDS effectiveness. Tools such as Metasploit and hping3 were used with full awareness of their dual-use implications.</a:t>
            </a:r>
          </a:p>
        </p:txBody>
      </p:sp>
      <p:sp>
        <p:nvSpPr>
          <p:cNvPr id="8" name="StdsCard"/>
          <p:cNvSpPr/>
          <p:nvPr/>
        </p:nvSpPr>
        <p:spPr>
          <a:xfrm>
            <a:off x="4754880" y="1050000"/>
            <a:ext cx="4023360" cy="3900000"/>
          </a:xfrm>
          <a:prstGeom prst="rect">
            <a:avLst/>
          </a:prstGeom>
          <a:solidFill>
            <a:srgbClr val="0D1B2A"/>
          </a:solidFill>
          <a:ln/>
          <a:effectLst>
            <a:outerShdw blurRad="101600" dist="38100" dir="8100000" algn="bl" rotWithShape="0">
              <a:srgbClr val="000000">
                <a:alpha val="12000"/>
              </a:srgbClr>
            </a:outerShdw>
          </a:effectLst>
        </p:spPr>
        <p:txBody>
          <a:bodyPr/>
          <a:lstStyle/>
          <a:p>
            <a:endParaRPr lang="en-US"/>
          </a:p>
        </p:txBody>
      </p:sp>
      <p:sp>
        <p:nvSpPr>
          <p:cNvPr id="9" name="StdsTitle"/>
          <p:cNvSpPr/>
          <p:nvPr/>
        </p:nvSpPr>
        <p:spPr>
          <a:xfrm>
            <a:off x="4846320" y="1130000"/>
            <a:ext cx="3840480" cy="360000"/>
          </a:xfrm>
          <a:prstGeom prst="rect">
            <a:avLst/>
          </a:prstGeom>
          <a:noFill/>
          <a:ln/>
        </p:spPr>
        <p:txBody>
          <a:bodyPr wrap="square" rtlCol="0" anchor="ctr"/>
          <a:lstStyle/>
          <a:p>
            <a:pPr marL="0" indent="0">
              <a:buNone/>
            </a:pPr>
            <a:r>
              <a:rPr lang="en-US" sz="1400" b="1">
                <a:solidFill>
                  <a:srgbClr val="00B4D8"/>
                </a:solidFill>
                <a:latin typeface="Calibri" pitchFamily="34" charset="0"/>
              </a:rPr>
              <a:t>Relevant Standards &amp; Frameworks</a:t>
            </a:r>
          </a:p>
        </p:txBody>
      </p:sp>
      <p:sp>
        <p:nvSpPr>
          <p:cNvPr id="10" name="StdsBody"/>
          <p:cNvSpPr/>
          <p:nvPr/>
        </p:nvSpPr>
        <p:spPr>
          <a:xfrm>
            <a:off x="4846320" y="1530000"/>
            <a:ext cx="3840480" cy="3300000"/>
          </a:xfrm>
          <a:prstGeom prst="rect">
            <a:avLst/>
          </a:prstGeom>
          <a:noFill/>
          <a:ln/>
        </p:spPr>
        <p:txBody>
          <a:bodyPr wrap="square" rtlCol="0" anchor="t"/>
          <a:lstStyle/>
          <a:p>
            <a:pPr marL="0" indent="0">
              <a:buNone/>
            </a:pPr>
            <a:r>
              <a:rPr lang="en-US" sz="1100" b="1">
                <a:solidFill>
                  <a:srgbClr val="00B4D8"/>
                </a:solidFill>
                <a:latin typeface="Calibri" pitchFamily="34" charset="0"/>
              </a:rPr>
              <a:t>NIST SP 800-82 (ICS/IoT Security)</a:t>
            </a:r>
          </a:p>
          <a:p>
            <a:pPr marL="0" indent="0">
              <a:buNone/>
            </a:pPr>
            <a:r>
              <a:rPr lang="en-US" sz="1000">
                <a:solidFill>
                  <a:srgbClr val="E8F4F8"/>
                </a:solidFill>
                <a:latin typeface="Calibri" pitchFamily="34" charset="0"/>
              </a:rPr>
              <a:t>Guide to Industrial Control Systems Security. Informs our network segmentation approach and anomaly detection thresholds.</a:t>
            </a:r>
          </a:p>
          <a:p>
            <a:pPr marL="0" indent="0">
              <a:buNone/>
            </a:pPr>
            <a:endParaRPr lang="en-US" sz="1000"/>
          </a:p>
          <a:p>
            <a:pPr marL="0" indent="0">
              <a:buNone/>
            </a:pPr>
            <a:r>
              <a:rPr lang="en-US" sz="1100" b="1">
                <a:solidFill>
                  <a:srgbClr val="00B4D8"/>
                </a:solidFill>
                <a:latin typeface="Calibri" pitchFamily="34" charset="0"/>
              </a:rPr>
              <a:t>ETSI EN 303 645 (IoT Cybersecurity)</a:t>
            </a:r>
          </a:p>
          <a:p>
            <a:pPr marL="0" indent="0">
              <a:buNone/>
            </a:pPr>
            <a:r>
              <a:rPr lang="en-US" sz="1000">
                <a:solidFill>
                  <a:srgbClr val="E8F4F8"/>
                </a:solidFill>
                <a:latin typeface="Calibri" pitchFamily="34" charset="0"/>
              </a:rPr>
              <a:t>European standard for consumer IoT cybersecurity. Supports our IPS design principle of no default credentials and real-time monitoring.</a:t>
            </a:r>
          </a:p>
          <a:p>
            <a:pPr marL="0" indent="0">
              <a:buNone/>
            </a:pPr>
            <a:endParaRPr lang="en-US" sz="1000"/>
          </a:p>
          <a:p>
            <a:pPr marL="0" indent="0">
              <a:buNone/>
            </a:pPr>
            <a:r>
              <a:rPr lang="en-US" sz="1100" b="1">
                <a:solidFill>
                  <a:srgbClr val="00B4D8"/>
                </a:solidFill>
                <a:latin typeface="Calibri" pitchFamily="34" charset="0"/>
              </a:rPr>
              <a:t>IEEE 802.15 / LoRaWAN Specification</a:t>
            </a:r>
          </a:p>
          <a:p>
            <a:pPr marL="0" indent="0">
              <a:buNone/>
            </a:pPr>
            <a:r>
              <a:rPr lang="en-US" sz="1000">
                <a:solidFill>
                  <a:srgbClr val="E8F4F8"/>
                </a:solidFill>
                <a:latin typeface="Calibri" pitchFamily="34" charset="0"/>
              </a:rPr>
              <a:t>LoRaWAN security architecture informed our LoRa attack simulation, including OTAA join flood and replay attack scenarios.</a:t>
            </a:r>
          </a:p>
          <a:p>
            <a:pPr marL="0" indent="0">
              <a:buNone/>
            </a:pPr>
            <a:endParaRPr lang="en-US" sz="1000"/>
          </a:p>
          <a:p>
            <a:pPr marL="0" indent="0">
              <a:buNone/>
            </a:pPr>
            <a:r>
              <a:rPr lang="en-US" sz="1100" b="1">
                <a:solidFill>
                  <a:srgbClr val="00B4D8"/>
                </a:solidFill>
                <a:latin typeface="Calibri" pitchFamily="34" charset="0"/>
              </a:rPr>
              <a:t>OWASP IoT Attack Surface Areas</a:t>
            </a:r>
          </a:p>
          <a:p>
            <a:pPr marL="0" indent="0">
              <a:buNone/>
            </a:pPr>
            <a:r>
              <a:rPr lang="en-US" sz="1000">
                <a:solidFill>
                  <a:srgbClr val="E8F4F8"/>
                </a:solidFill>
                <a:latin typeface="Calibri" pitchFamily="34" charset="0"/>
              </a:rPr>
              <a:t>Our 5 attack types were selected to cover OWASP’s key IoT attack vectors, including network service attacks, firmware exploitation, and traffic interception.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2A"/>
          </a:solidFill>
          <a:ln/>
        </p:spPr>
        <p:txBody>
          <a:bodyPr/>
          <a:lstStyle/>
          <a:p>
            <a:endParaRPr lang="en-US"/>
          </a:p>
        </p:txBody>
      </p:sp>
      <p:sp>
        <p:nvSpPr>
          <p:cNvPr id="3" name="Text 1"/>
          <p:cNvSpPr/>
          <p:nvPr/>
        </p:nvSpPr>
        <p:spPr>
          <a:xfrm>
            <a:off x="457200" y="0"/>
            <a:ext cx="8229600" cy="914400"/>
          </a:xfrm>
          <a:prstGeom prst="rect">
            <a:avLst/>
          </a:prstGeom>
          <a:noFill/>
          <a:ln/>
        </p:spPr>
        <p:txBody>
          <a:bodyPr wrap="square" rtlCol="0" anchor="ctr"/>
          <a:lstStyle/>
          <a:p>
            <a:pPr marL="0" indent="0" algn="l">
              <a:buNone/>
            </a:pPr>
            <a:r>
              <a:rPr lang="en-US" sz="2800" b="1">
                <a:solidFill>
                  <a:srgbClr val="FFFFFF"/>
                </a:solidFill>
                <a:latin typeface="Calibri" pitchFamily="34" charset="0"/>
                <a:ea typeface="Calibri" pitchFamily="34" charset="-122"/>
                <a:cs typeface="Calibri" pitchFamily="34" charset="-120"/>
              </a:rPr>
              <a:t>Data Collection</a:t>
            </a:r>
            <a:endParaRPr lang="en-US" sz="2800"/>
          </a:p>
        </p:txBody>
      </p:sp>
      <p:sp>
        <p:nvSpPr>
          <p:cNvPr id="4" name="Text 2"/>
          <p:cNvSpPr/>
          <p:nvPr/>
        </p:nvSpPr>
        <p:spPr>
          <a:xfrm>
            <a:off x="8046720" y="0"/>
            <a:ext cx="822960" cy="914400"/>
          </a:xfrm>
          <a:prstGeom prst="rect">
            <a:avLst/>
          </a:prstGeom>
          <a:noFill/>
          <a:ln/>
        </p:spPr>
        <p:txBody>
          <a:bodyPr wrap="square" rtlCol="0" anchor="ctr"/>
          <a:lstStyle/>
          <a:p>
            <a:pPr marL="0" indent="0" algn="r">
              <a:buNone/>
            </a:pPr>
            <a:r>
              <a:rPr lang="en-US" sz="3600" b="1">
                <a:solidFill>
                  <a:srgbClr val="00B4D8"/>
                </a:solidFill>
                <a:latin typeface="Calibri" pitchFamily="34" charset="0"/>
                <a:ea typeface="Calibri" pitchFamily="34" charset="-122"/>
                <a:cs typeface="Calibri" pitchFamily="34" charset="-120"/>
              </a:rPr>
              <a:t>01</a:t>
            </a:r>
            <a:endParaRPr lang="en-US" sz="3600"/>
          </a:p>
        </p:txBody>
      </p:sp>
      <p:sp>
        <p:nvSpPr>
          <p:cNvPr id="5" name="Shape 3"/>
          <p:cNvSpPr/>
          <p:nvPr/>
        </p:nvSpPr>
        <p:spPr>
          <a:xfrm>
            <a:off x="3135156" y="1166957"/>
            <a:ext cx="1828800" cy="914400"/>
          </a:xfrm>
          <a:prstGeom prst="rect">
            <a:avLst/>
          </a:prstGeom>
          <a:solidFill>
            <a:srgbClr val="0D9E6E"/>
          </a:solidFill>
          <a:ln/>
          <a:effectLst>
            <a:outerShdw blurRad="101600" dist="38100" dir="8100000" algn="bl" rotWithShape="0">
              <a:srgbClr val="000000">
                <a:alpha val="12000"/>
              </a:srgbClr>
            </a:outerShdw>
          </a:effectLst>
        </p:spPr>
        <p:txBody>
          <a:bodyPr/>
          <a:lstStyle/>
          <a:p>
            <a:endParaRPr lang="en-US"/>
          </a:p>
        </p:txBody>
      </p:sp>
      <p:sp>
        <p:nvSpPr>
          <p:cNvPr id="6" name="Text 4"/>
          <p:cNvSpPr/>
          <p:nvPr/>
        </p:nvSpPr>
        <p:spPr>
          <a:xfrm>
            <a:off x="3135156" y="1166957"/>
            <a:ext cx="1828800" cy="594360"/>
          </a:xfrm>
          <a:prstGeom prst="rect">
            <a:avLst/>
          </a:prstGeom>
          <a:noFill/>
          <a:ln/>
        </p:spPr>
        <p:txBody>
          <a:bodyPr wrap="square"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Pico-1</a:t>
            </a:r>
            <a:endParaRPr lang="en-US" sz="1100"/>
          </a:p>
          <a:p>
            <a:pPr marL="0" indent="0" algn="ctr">
              <a:buNone/>
            </a:pPr>
            <a:r>
              <a:rPr lang="en-US" sz="1100" b="1">
                <a:solidFill>
                  <a:srgbClr val="FFFFFF"/>
                </a:solidFill>
                <a:latin typeface="Calibri" pitchFamily="34" charset="0"/>
                <a:ea typeface="Calibri" pitchFamily="34" charset="-122"/>
                <a:cs typeface="Calibri" pitchFamily="34" charset="-120"/>
              </a:rPr>
              <a:t>10.42.0.215</a:t>
            </a:r>
            <a:endParaRPr lang="en-US" sz="1100"/>
          </a:p>
        </p:txBody>
      </p:sp>
      <p:sp>
        <p:nvSpPr>
          <p:cNvPr id="7" name="Text 5"/>
          <p:cNvSpPr/>
          <p:nvPr/>
        </p:nvSpPr>
        <p:spPr>
          <a:xfrm>
            <a:off x="3135156" y="1743029"/>
            <a:ext cx="1828800" cy="338328"/>
          </a:xfrm>
          <a:prstGeom prst="rect">
            <a:avLst/>
          </a:prstGeom>
          <a:noFill/>
          <a:ln/>
        </p:spPr>
        <p:txBody>
          <a:bodyPr wrap="square" rtlCol="0" anchor="ctr"/>
          <a:lstStyle/>
          <a:p>
            <a:pPr marL="0" indent="0" algn="ctr">
              <a:buNone/>
            </a:pPr>
            <a:r>
              <a:rPr lang="en-US" sz="900">
                <a:solidFill>
                  <a:srgbClr val="FFFFFF"/>
                </a:solidFill>
                <a:latin typeface="Calibri" pitchFamily="34" charset="0"/>
                <a:ea typeface="Calibri" pitchFamily="34" charset="-122"/>
                <a:cs typeface="Calibri" pitchFamily="34" charset="-120"/>
              </a:rPr>
              <a:t>Temp / Humidity</a:t>
            </a:r>
            <a:endParaRPr lang="en-US" sz="900"/>
          </a:p>
        </p:txBody>
      </p:sp>
      <p:sp>
        <p:nvSpPr>
          <p:cNvPr id="8" name="Shape 6"/>
          <p:cNvSpPr/>
          <p:nvPr/>
        </p:nvSpPr>
        <p:spPr>
          <a:xfrm flipH="1" flipV="1">
            <a:off x="4067981" y="2081354"/>
            <a:ext cx="0" cy="411481"/>
          </a:xfrm>
          <a:prstGeom prst="line">
            <a:avLst/>
          </a:prstGeom>
          <a:noFill/>
          <a:ln w="25400">
            <a:solidFill>
              <a:srgbClr val="1A6FA0"/>
            </a:solidFill>
            <a:prstDash val="solid"/>
          </a:ln>
        </p:spPr>
        <p:txBody>
          <a:bodyPr/>
          <a:lstStyle/>
          <a:p>
            <a:endParaRPr lang="en-US"/>
          </a:p>
        </p:txBody>
      </p:sp>
      <p:sp>
        <p:nvSpPr>
          <p:cNvPr id="9" name="Shape 7"/>
          <p:cNvSpPr/>
          <p:nvPr/>
        </p:nvSpPr>
        <p:spPr>
          <a:xfrm>
            <a:off x="5192556" y="1166957"/>
            <a:ext cx="1828800" cy="914400"/>
          </a:xfrm>
          <a:prstGeom prst="rect">
            <a:avLst/>
          </a:prstGeom>
          <a:solidFill>
            <a:srgbClr val="0D9E6E"/>
          </a:solidFill>
          <a:ln/>
          <a:effectLst>
            <a:outerShdw blurRad="101600" dist="38100" dir="8100000" algn="bl" rotWithShape="0">
              <a:srgbClr val="000000">
                <a:alpha val="12000"/>
              </a:srgbClr>
            </a:outerShdw>
          </a:effectLst>
        </p:spPr>
        <p:txBody>
          <a:bodyPr/>
          <a:lstStyle/>
          <a:p>
            <a:endParaRPr lang="en-US"/>
          </a:p>
        </p:txBody>
      </p:sp>
      <p:sp>
        <p:nvSpPr>
          <p:cNvPr id="10" name="Text 8"/>
          <p:cNvSpPr/>
          <p:nvPr/>
        </p:nvSpPr>
        <p:spPr>
          <a:xfrm>
            <a:off x="5192556" y="1166957"/>
            <a:ext cx="1828800" cy="594360"/>
          </a:xfrm>
          <a:prstGeom prst="rect">
            <a:avLst/>
          </a:prstGeom>
          <a:noFill/>
          <a:ln/>
        </p:spPr>
        <p:txBody>
          <a:bodyPr wrap="square"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Pico-2</a:t>
            </a:r>
            <a:endParaRPr lang="en-US" sz="1100"/>
          </a:p>
          <a:p>
            <a:pPr marL="0" indent="0" algn="ctr">
              <a:buNone/>
            </a:pPr>
            <a:r>
              <a:rPr lang="en-US" sz="1100" b="1">
                <a:solidFill>
                  <a:srgbClr val="FFFFFF"/>
                </a:solidFill>
                <a:latin typeface="Calibri" pitchFamily="34" charset="0"/>
                <a:ea typeface="Calibri" pitchFamily="34" charset="-122"/>
                <a:cs typeface="Calibri" pitchFamily="34" charset="-120"/>
              </a:rPr>
              <a:t>10.42.0.71</a:t>
            </a:r>
            <a:endParaRPr lang="en-US" sz="1100"/>
          </a:p>
        </p:txBody>
      </p:sp>
      <p:sp>
        <p:nvSpPr>
          <p:cNvPr id="11" name="Text 9"/>
          <p:cNvSpPr/>
          <p:nvPr/>
        </p:nvSpPr>
        <p:spPr>
          <a:xfrm>
            <a:off x="5192556" y="1743029"/>
            <a:ext cx="1828800" cy="338328"/>
          </a:xfrm>
          <a:prstGeom prst="rect">
            <a:avLst/>
          </a:prstGeom>
          <a:noFill/>
          <a:ln/>
        </p:spPr>
        <p:txBody>
          <a:bodyPr wrap="square" rtlCol="0" anchor="ctr"/>
          <a:lstStyle/>
          <a:p>
            <a:pPr marL="0" indent="0" algn="ctr">
              <a:buNone/>
            </a:pPr>
            <a:r>
              <a:rPr lang="en-US" sz="900">
                <a:solidFill>
                  <a:srgbClr val="FFFFFF"/>
                </a:solidFill>
                <a:latin typeface="Calibri" pitchFamily="34" charset="0"/>
                <a:ea typeface="Calibri" pitchFamily="34" charset="-122"/>
                <a:cs typeface="Calibri" pitchFamily="34" charset="-120"/>
              </a:rPr>
              <a:t>Motion / Light</a:t>
            </a:r>
            <a:endParaRPr lang="en-US" sz="900"/>
          </a:p>
        </p:txBody>
      </p:sp>
      <p:sp>
        <p:nvSpPr>
          <p:cNvPr id="12" name="Shape 10"/>
          <p:cNvSpPr/>
          <p:nvPr/>
        </p:nvSpPr>
        <p:spPr>
          <a:xfrm>
            <a:off x="6106956" y="2081357"/>
            <a:ext cx="0" cy="411480"/>
          </a:xfrm>
          <a:prstGeom prst="line">
            <a:avLst/>
          </a:prstGeom>
          <a:noFill/>
          <a:ln w="25400">
            <a:solidFill>
              <a:srgbClr val="1A6FA0"/>
            </a:solidFill>
            <a:prstDash val="solid"/>
          </a:ln>
        </p:spPr>
        <p:txBody>
          <a:bodyPr/>
          <a:lstStyle/>
          <a:p>
            <a:endParaRPr lang="en-US"/>
          </a:p>
        </p:txBody>
      </p:sp>
      <p:sp>
        <p:nvSpPr>
          <p:cNvPr id="13" name="Shape 11"/>
          <p:cNvSpPr/>
          <p:nvPr/>
        </p:nvSpPr>
        <p:spPr>
          <a:xfrm>
            <a:off x="7249956" y="1166957"/>
            <a:ext cx="1828800" cy="914400"/>
          </a:xfrm>
          <a:prstGeom prst="rect">
            <a:avLst/>
          </a:prstGeom>
          <a:solidFill>
            <a:srgbClr val="0D9E6E"/>
          </a:solidFill>
          <a:ln/>
          <a:effectLst>
            <a:outerShdw blurRad="101600" dist="38100" dir="8100000" algn="bl" rotWithShape="0">
              <a:srgbClr val="000000">
                <a:alpha val="12000"/>
              </a:srgbClr>
            </a:outerShdw>
          </a:effectLst>
        </p:spPr>
        <p:txBody>
          <a:bodyPr/>
          <a:lstStyle/>
          <a:p>
            <a:endParaRPr lang="en-US"/>
          </a:p>
        </p:txBody>
      </p:sp>
      <p:sp>
        <p:nvSpPr>
          <p:cNvPr id="14" name="Text 12"/>
          <p:cNvSpPr/>
          <p:nvPr/>
        </p:nvSpPr>
        <p:spPr>
          <a:xfrm>
            <a:off x="7249956" y="1166957"/>
            <a:ext cx="1828800" cy="594360"/>
          </a:xfrm>
          <a:prstGeom prst="rect">
            <a:avLst/>
          </a:prstGeom>
          <a:noFill/>
          <a:ln/>
        </p:spPr>
        <p:txBody>
          <a:bodyPr wrap="square"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Pico-3</a:t>
            </a:r>
            <a:endParaRPr lang="en-US" sz="1100"/>
          </a:p>
          <a:p>
            <a:pPr marL="0" indent="0" algn="ctr">
              <a:buNone/>
            </a:pPr>
            <a:r>
              <a:rPr lang="en-US" sz="1100" b="1">
                <a:solidFill>
                  <a:srgbClr val="FFFFFF"/>
                </a:solidFill>
                <a:latin typeface="Calibri" pitchFamily="34" charset="0"/>
                <a:ea typeface="Calibri" pitchFamily="34" charset="-122"/>
                <a:cs typeface="Calibri" pitchFamily="34" charset="-120"/>
              </a:rPr>
              <a:t>10.42.0.211</a:t>
            </a:r>
            <a:endParaRPr lang="en-US" sz="1100"/>
          </a:p>
        </p:txBody>
      </p:sp>
      <p:sp>
        <p:nvSpPr>
          <p:cNvPr id="15" name="Text 13"/>
          <p:cNvSpPr/>
          <p:nvPr/>
        </p:nvSpPr>
        <p:spPr>
          <a:xfrm>
            <a:off x="7249956" y="1743029"/>
            <a:ext cx="1828800" cy="338328"/>
          </a:xfrm>
          <a:prstGeom prst="rect">
            <a:avLst/>
          </a:prstGeom>
          <a:noFill/>
          <a:ln/>
        </p:spPr>
        <p:txBody>
          <a:bodyPr wrap="square" rtlCol="0" anchor="ctr"/>
          <a:lstStyle/>
          <a:p>
            <a:pPr marL="0" indent="0" algn="ctr">
              <a:buNone/>
            </a:pPr>
            <a:r>
              <a:rPr lang="en-US" sz="900">
                <a:solidFill>
                  <a:srgbClr val="FFFFFF"/>
                </a:solidFill>
                <a:latin typeface="Calibri" pitchFamily="34" charset="0"/>
                <a:ea typeface="Calibri" pitchFamily="34" charset="-122"/>
                <a:cs typeface="Calibri" pitchFamily="34" charset="-120"/>
              </a:rPr>
              <a:t>Soil / Humidity</a:t>
            </a:r>
            <a:endParaRPr lang="en-US" sz="900"/>
          </a:p>
        </p:txBody>
      </p:sp>
      <p:sp>
        <p:nvSpPr>
          <p:cNvPr id="16" name="Shape 14"/>
          <p:cNvSpPr/>
          <p:nvPr/>
        </p:nvSpPr>
        <p:spPr>
          <a:xfrm>
            <a:off x="8164356" y="2081357"/>
            <a:ext cx="0" cy="411480"/>
          </a:xfrm>
          <a:prstGeom prst="line">
            <a:avLst/>
          </a:prstGeom>
          <a:noFill/>
          <a:ln w="25400">
            <a:solidFill>
              <a:srgbClr val="1A6FA0"/>
            </a:solidFill>
            <a:prstDash val="solid"/>
          </a:ln>
        </p:spPr>
        <p:txBody>
          <a:bodyPr/>
          <a:lstStyle/>
          <a:p>
            <a:endParaRPr lang="en-US"/>
          </a:p>
        </p:txBody>
      </p:sp>
      <p:sp>
        <p:nvSpPr>
          <p:cNvPr id="17" name="Shape 15"/>
          <p:cNvSpPr/>
          <p:nvPr/>
        </p:nvSpPr>
        <p:spPr>
          <a:xfrm>
            <a:off x="3135156" y="2492837"/>
            <a:ext cx="5943600" cy="777240"/>
          </a:xfrm>
          <a:prstGeom prst="rect">
            <a:avLst/>
          </a:prstGeom>
          <a:solidFill>
            <a:srgbClr val="0D1B2A"/>
          </a:solidFill>
          <a:ln/>
          <a:effectLst>
            <a:outerShdw blurRad="101600" dist="38100" dir="8100000" algn="bl" rotWithShape="0">
              <a:srgbClr val="000000">
                <a:alpha val="12000"/>
              </a:srgbClr>
            </a:outerShdw>
          </a:effectLst>
        </p:spPr>
        <p:txBody>
          <a:bodyPr/>
          <a:lstStyle/>
          <a:p>
            <a:endParaRPr lang="en-US"/>
          </a:p>
        </p:txBody>
      </p:sp>
      <p:sp>
        <p:nvSpPr>
          <p:cNvPr id="18" name="Text 16"/>
          <p:cNvSpPr/>
          <p:nvPr/>
        </p:nvSpPr>
        <p:spPr>
          <a:xfrm>
            <a:off x="3135156" y="2492837"/>
            <a:ext cx="5943600" cy="777240"/>
          </a:xfrm>
          <a:prstGeom prst="rect">
            <a:avLst/>
          </a:prstGeom>
          <a:noFill/>
          <a:ln/>
        </p:spPr>
        <p:txBody>
          <a:bodyPr wrap="square" rtlCol="0" anchor="ctr"/>
          <a:lstStyle/>
          <a:p>
            <a:pPr marL="0" indent="0" algn="ctr">
              <a:buNone/>
            </a:pPr>
            <a:r>
              <a:rPr lang="en-US" sz="1300" b="1">
                <a:solidFill>
                  <a:srgbClr val="00B4D8"/>
                </a:solidFill>
                <a:latin typeface="Calibri" pitchFamily="34" charset="0"/>
                <a:ea typeface="Calibri" pitchFamily="34" charset="-122"/>
                <a:cs typeface="Calibri" pitchFamily="34" charset="-120"/>
              </a:rPr>
              <a:t>Raspberry Pi 4  —  10.42.0.1  (Flask HTTP Server + IPS)</a:t>
            </a:r>
            <a:endParaRPr lang="en-US" sz="1300"/>
          </a:p>
        </p:txBody>
      </p:sp>
      <p:sp>
        <p:nvSpPr>
          <p:cNvPr id="19" name="Shape 17"/>
          <p:cNvSpPr/>
          <p:nvPr/>
        </p:nvSpPr>
        <p:spPr>
          <a:xfrm>
            <a:off x="4478660" y="3270077"/>
            <a:ext cx="0" cy="325857"/>
          </a:xfrm>
          <a:prstGeom prst="line">
            <a:avLst/>
          </a:prstGeom>
          <a:noFill/>
          <a:ln w="25400">
            <a:solidFill>
              <a:srgbClr val="1A6FA0"/>
            </a:solidFill>
            <a:prstDash val="solid"/>
          </a:ln>
        </p:spPr>
        <p:txBody>
          <a:bodyPr/>
          <a:lstStyle/>
          <a:p>
            <a:endParaRPr lang="en-US"/>
          </a:p>
        </p:txBody>
      </p:sp>
      <p:sp>
        <p:nvSpPr>
          <p:cNvPr id="20" name="Shape 18"/>
          <p:cNvSpPr/>
          <p:nvPr/>
        </p:nvSpPr>
        <p:spPr>
          <a:xfrm>
            <a:off x="3135155" y="3595934"/>
            <a:ext cx="2654545" cy="685800"/>
          </a:xfrm>
          <a:prstGeom prst="rect">
            <a:avLst/>
          </a:prstGeom>
          <a:solidFill>
            <a:srgbClr val="1A6FA0"/>
          </a:solidFill>
          <a:ln/>
          <a:effectLst>
            <a:outerShdw blurRad="101600" dist="38100" dir="8100000" algn="bl" rotWithShape="0">
              <a:srgbClr val="000000">
                <a:alpha val="12000"/>
              </a:srgbClr>
            </a:outerShdw>
          </a:effectLst>
        </p:spPr>
        <p:txBody>
          <a:bodyPr/>
          <a:lstStyle/>
          <a:p>
            <a:endParaRPr lang="en-US"/>
          </a:p>
        </p:txBody>
      </p:sp>
      <p:sp>
        <p:nvSpPr>
          <p:cNvPr id="21" name="Text 19"/>
          <p:cNvSpPr/>
          <p:nvPr/>
        </p:nvSpPr>
        <p:spPr>
          <a:xfrm>
            <a:off x="3116868" y="3612978"/>
            <a:ext cx="2834640" cy="384048"/>
          </a:xfrm>
          <a:prstGeom prst="rect">
            <a:avLst/>
          </a:prstGeom>
          <a:noFill/>
          <a:ln/>
        </p:spPr>
        <p:txBody>
          <a:bodyPr wrap="square"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sensor_data.json</a:t>
            </a:r>
            <a:endParaRPr lang="en-US" sz="1200"/>
          </a:p>
        </p:txBody>
      </p:sp>
      <p:sp>
        <p:nvSpPr>
          <p:cNvPr id="22" name="Text 20"/>
          <p:cNvSpPr/>
          <p:nvPr/>
        </p:nvSpPr>
        <p:spPr>
          <a:xfrm>
            <a:off x="3144300" y="3914218"/>
            <a:ext cx="2834640" cy="320040"/>
          </a:xfrm>
          <a:prstGeom prst="rect">
            <a:avLst/>
          </a:prstGeom>
          <a:noFill/>
          <a:ln/>
        </p:spPr>
        <p:txBody>
          <a:bodyPr wrap="square" rtlCol="0" anchor="ctr"/>
          <a:lstStyle/>
          <a:p>
            <a:pPr marL="0" indent="0" algn="ctr">
              <a:buNone/>
            </a:pPr>
            <a:r>
              <a:rPr lang="en-US" sz="1000">
                <a:solidFill>
                  <a:srgbClr val="FFFFFF"/>
                </a:solidFill>
                <a:latin typeface="Calibri" pitchFamily="34" charset="0"/>
                <a:ea typeface="Calibri" pitchFamily="34" charset="-122"/>
                <a:cs typeface="Calibri" pitchFamily="34" charset="-120"/>
              </a:rPr>
              <a:t>140,000+ normal records</a:t>
            </a:r>
            <a:endParaRPr lang="en-US" sz="1000"/>
          </a:p>
        </p:txBody>
      </p:sp>
      <p:sp>
        <p:nvSpPr>
          <p:cNvPr id="23" name="Shape 21"/>
          <p:cNvSpPr/>
          <p:nvPr/>
        </p:nvSpPr>
        <p:spPr>
          <a:xfrm>
            <a:off x="6574140" y="3595438"/>
            <a:ext cx="2504616" cy="686295"/>
          </a:xfrm>
          <a:prstGeom prst="rect">
            <a:avLst/>
          </a:prstGeom>
          <a:solidFill>
            <a:srgbClr val="C0392B"/>
          </a:solidFill>
          <a:ln/>
          <a:effectLst>
            <a:outerShdw blurRad="101600" dist="38100" dir="8100000" algn="bl" rotWithShape="0">
              <a:srgbClr val="000000">
                <a:alpha val="12000"/>
              </a:srgbClr>
            </a:outerShdw>
          </a:effectLst>
        </p:spPr>
        <p:txBody>
          <a:bodyPr/>
          <a:lstStyle/>
          <a:p>
            <a:endParaRPr lang="en-US"/>
          </a:p>
        </p:txBody>
      </p:sp>
      <p:sp>
        <p:nvSpPr>
          <p:cNvPr id="24" name="Text 22"/>
          <p:cNvSpPr/>
          <p:nvPr/>
        </p:nvSpPr>
        <p:spPr>
          <a:xfrm>
            <a:off x="6319490" y="3644981"/>
            <a:ext cx="2834640" cy="384048"/>
          </a:xfrm>
          <a:prstGeom prst="rect">
            <a:avLst/>
          </a:prstGeom>
          <a:noFill/>
          <a:ln/>
        </p:spPr>
        <p:txBody>
          <a:bodyPr wrap="square"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attack_data.json</a:t>
            </a:r>
            <a:endParaRPr lang="en-US" sz="1200"/>
          </a:p>
        </p:txBody>
      </p:sp>
      <p:sp>
        <p:nvSpPr>
          <p:cNvPr id="25" name="Text 23"/>
          <p:cNvSpPr/>
          <p:nvPr/>
        </p:nvSpPr>
        <p:spPr>
          <a:xfrm>
            <a:off x="6343589" y="3918551"/>
            <a:ext cx="2834640" cy="320040"/>
          </a:xfrm>
          <a:prstGeom prst="rect">
            <a:avLst/>
          </a:prstGeom>
          <a:noFill/>
          <a:ln/>
        </p:spPr>
        <p:txBody>
          <a:bodyPr wrap="square" rtlCol="0" anchor="ctr"/>
          <a:lstStyle/>
          <a:p>
            <a:pPr marL="0" indent="0" algn="ctr">
              <a:buNone/>
            </a:pPr>
            <a:r>
              <a:rPr lang="en-US" sz="1000">
                <a:solidFill>
                  <a:srgbClr val="FFFFFF"/>
                </a:solidFill>
                <a:latin typeface="Calibri" pitchFamily="34" charset="0"/>
                <a:ea typeface="Calibri" pitchFamily="34" charset="-122"/>
                <a:cs typeface="Calibri" pitchFamily="34" charset="-120"/>
              </a:rPr>
              <a:t>26,750 attack records</a:t>
            </a:r>
            <a:endParaRPr lang="en-US" sz="1000"/>
          </a:p>
        </p:txBody>
      </p:sp>
      <p:sp>
        <p:nvSpPr>
          <p:cNvPr id="38" name="Shape 36"/>
          <p:cNvSpPr/>
          <p:nvPr/>
        </p:nvSpPr>
        <p:spPr>
          <a:xfrm>
            <a:off x="3135156" y="4394789"/>
            <a:ext cx="5943600" cy="502920"/>
          </a:xfrm>
          <a:prstGeom prst="rect">
            <a:avLst/>
          </a:prstGeom>
          <a:solidFill>
            <a:srgbClr val="C0392B">
              <a:alpha val="85000"/>
            </a:srgbClr>
          </a:solidFill>
          <a:ln w="12700">
            <a:solidFill>
              <a:srgbClr val="C0392B"/>
            </a:solidFill>
            <a:prstDash val="solid"/>
          </a:ln>
        </p:spPr>
        <p:txBody>
          <a:bodyPr/>
          <a:lstStyle/>
          <a:p>
            <a:endParaRPr lang="en-US"/>
          </a:p>
        </p:txBody>
      </p:sp>
      <p:sp>
        <p:nvSpPr>
          <p:cNvPr id="39" name="Text 37"/>
          <p:cNvSpPr/>
          <p:nvPr/>
        </p:nvSpPr>
        <p:spPr>
          <a:xfrm>
            <a:off x="3135156" y="4394789"/>
            <a:ext cx="5943600" cy="502920"/>
          </a:xfrm>
          <a:prstGeom prst="rect">
            <a:avLst/>
          </a:prstGeom>
          <a:noFill/>
          <a:ln/>
        </p:spPr>
        <p:txBody>
          <a:bodyPr wrap="square" rtlCol="0" anchor="ctr"/>
          <a:lstStyle/>
          <a:p>
            <a:pPr marL="0" indent="0" algn="ctr">
              <a:buNone/>
            </a:pPr>
            <a:r>
              <a:rPr lang="en-US" sz="1100">
                <a:solidFill>
                  <a:srgbClr val="FFFFFF"/>
                </a:solidFill>
                <a:latin typeface="Calibri" pitchFamily="34" charset="0"/>
                <a:ea typeface="Calibri" pitchFamily="34" charset="-122"/>
                <a:cs typeface="Calibri" pitchFamily="34" charset="-120"/>
              </a:rPr>
              <a:t>Kali Purple  10.42.0.99  —  Attack simulation machine on same subnet</a:t>
            </a:r>
            <a:endParaRPr lang="en-US" sz="1100"/>
          </a:p>
        </p:txBody>
      </p:sp>
      <p:sp>
        <p:nvSpPr>
          <p:cNvPr id="40" name="Shape 17">
            <a:extLst>
              <a:ext uri="{FF2B5EF4-FFF2-40B4-BE49-F238E27FC236}">
                <a16:creationId xmlns:a16="http://schemas.microsoft.com/office/drawing/2014/main" id="{D2F087CC-9A01-506C-C9B1-403973FA9C41}"/>
              </a:ext>
            </a:extLst>
          </p:cNvPr>
          <p:cNvSpPr/>
          <p:nvPr/>
        </p:nvSpPr>
        <p:spPr>
          <a:xfrm>
            <a:off x="7736810" y="3270077"/>
            <a:ext cx="0" cy="322082"/>
          </a:xfrm>
          <a:prstGeom prst="line">
            <a:avLst/>
          </a:prstGeom>
          <a:noFill/>
          <a:ln w="25400">
            <a:solidFill>
              <a:srgbClr val="1A6FA0"/>
            </a:solidFill>
            <a:prstDash val="solid"/>
          </a:ln>
        </p:spPr>
        <p:txBody>
          <a:bodyPr/>
          <a:lstStyle/>
          <a:p>
            <a:endParaRPr lang="en-US"/>
          </a:p>
        </p:txBody>
      </p:sp>
      <p:sp>
        <p:nvSpPr>
          <p:cNvPr id="41" name="Shape 24">
            <a:extLst>
              <a:ext uri="{FF2B5EF4-FFF2-40B4-BE49-F238E27FC236}">
                <a16:creationId xmlns:a16="http://schemas.microsoft.com/office/drawing/2014/main" id="{AF994528-B43D-AB50-0D1A-827C77A88BE1}"/>
              </a:ext>
            </a:extLst>
          </p:cNvPr>
          <p:cNvSpPr/>
          <p:nvPr/>
        </p:nvSpPr>
        <p:spPr>
          <a:xfrm>
            <a:off x="267392" y="2875538"/>
            <a:ext cx="2468880" cy="2240280"/>
          </a:xfrm>
          <a:prstGeom prst="rect">
            <a:avLst/>
          </a:prstGeom>
          <a:solidFill>
            <a:srgbClr val="E8F4F8"/>
          </a:solidFill>
          <a:ln w="12700">
            <a:solidFill>
              <a:srgbClr val="00B4D8"/>
            </a:solidFill>
            <a:prstDash val="solid"/>
          </a:ln>
        </p:spPr>
        <p:txBody>
          <a:bodyPr/>
          <a:lstStyle/>
          <a:p>
            <a:endParaRPr lang="en-US"/>
          </a:p>
        </p:txBody>
      </p:sp>
      <p:sp>
        <p:nvSpPr>
          <p:cNvPr id="42" name="Text 25">
            <a:extLst>
              <a:ext uri="{FF2B5EF4-FFF2-40B4-BE49-F238E27FC236}">
                <a16:creationId xmlns:a16="http://schemas.microsoft.com/office/drawing/2014/main" id="{A7C7D977-7451-C793-125B-05A4FE619A6D}"/>
              </a:ext>
            </a:extLst>
          </p:cNvPr>
          <p:cNvSpPr/>
          <p:nvPr/>
        </p:nvSpPr>
        <p:spPr>
          <a:xfrm>
            <a:off x="349687" y="2921258"/>
            <a:ext cx="2286000" cy="320040"/>
          </a:xfrm>
          <a:prstGeom prst="rect">
            <a:avLst/>
          </a:prstGeom>
          <a:noFill/>
          <a:ln/>
        </p:spPr>
        <p:txBody>
          <a:bodyPr wrap="square" rtlCol="0" anchor="ctr"/>
          <a:lstStyle/>
          <a:p>
            <a:pPr marL="0" indent="0">
              <a:buNone/>
            </a:pPr>
            <a:r>
              <a:rPr lang="en-US" sz="1100" b="1">
                <a:solidFill>
                  <a:srgbClr val="0D1B2A"/>
                </a:solidFill>
                <a:latin typeface="Calibri" pitchFamily="34" charset="0"/>
                <a:ea typeface="Calibri" pitchFamily="34" charset="-122"/>
                <a:cs typeface="Calibri" pitchFamily="34" charset="-120"/>
              </a:rPr>
              <a:t>Collection Details</a:t>
            </a:r>
            <a:endParaRPr lang="en-US" sz="1100"/>
          </a:p>
        </p:txBody>
      </p:sp>
      <p:sp>
        <p:nvSpPr>
          <p:cNvPr id="43" name="Shape 26">
            <a:extLst>
              <a:ext uri="{FF2B5EF4-FFF2-40B4-BE49-F238E27FC236}">
                <a16:creationId xmlns:a16="http://schemas.microsoft.com/office/drawing/2014/main" id="{BD06E667-21A4-7FE6-E8C3-6F5D1ECA1C75}"/>
              </a:ext>
            </a:extLst>
          </p:cNvPr>
          <p:cNvSpPr/>
          <p:nvPr/>
        </p:nvSpPr>
        <p:spPr>
          <a:xfrm>
            <a:off x="364921" y="3337085"/>
            <a:ext cx="109728" cy="109728"/>
          </a:xfrm>
          <a:prstGeom prst="ellipse">
            <a:avLst/>
          </a:prstGeom>
          <a:solidFill>
            <a:srgbClr val="00B4D8"/>
          </a:solidFill>
          <a:ln/>
        </p:spPr>
        <p:txBody>
          <a:bodyPr/>
          <a:lstStyle/>
          <a:p>
            <a:endParaRPr lang="en-US"/>
          </a:p>
        </p:txBody>
      </p:sp>
      <p:sp>
        <p:nvSpPr>
          <p:cNvPr id="44" name="Text 27">
            <a:extLst>
              <a:ext uri="{FF2B5EF4-FFF2-40B4-BE49-F238E27FC236}">
                <a16:creationId xmlns:a16="http://schemas.microsoft.com/office/drawing/2014/main" id="{F69F4988-FF6A-E66B-EEC1-9A5F4C2AB5E1}"/>
              </a:ext>
            </a:extLst>
          </p:cNvPr>
          <p:cNvSpPr/>
          <p:nvPr/>
        </p:nvSpPr>
        <p:spPr>
          <a:xfrm>
            <a:off x="529513" y="3195578"/>
            <a:ext cx="2103120" cy="384048"/>
          </a:xfrm>
          <a:prstGeom prst="rect">
            <a:avLst/>
          </a:prstGeom>
          <a:noFill/>
          <a:ln/>
        </p:spPr>
        <p:txBody>
          <a:bodyPr wrap="square" rtlCol="0" anchor="ctr"/>
          <a:lstStyle/>
          <a:p>
            <a:pPr marL="0" indent="0">
              <a:buNone/>
            </a:pPr>
            <a:r>
              <a:rPr lang="en-US" sz="950">
                <a:solidFill>
                  <a:srgbClr val="1A1A2E"/>
                </a:solidFill>
                <a:latin typeface="Calibri" pitchFamily="34" charset="0"/>
                <a:ea typeface="Calibri" pitchFamily="34" charset="-122"/>
                <a:cs typeface="Calibri" pitchFamily="34" charset="-120"/>
              </a:rPr>
              <a:t>HTTP POST/GET every 5-10s</a:t>
            </a:r>
            <a:endParaRPr lang="en-US" sz="950"/>
          </a:p>
        </p:txBody>
      </p:sp>
      <p:sp>
        <p:nvSpPr>
          <p:cNvPr id="45" name="Shape 28">
            <a:extLst>
              <a:ext uri="{FF2B5EF4-FFF2-40B4-BE49-F238E27FC236}">
                <a16:creationId xmlns:a16="http://schemas.microsoft.com/office/drawing/2014/main" id="{CDBF1F3D-F02D-F5FD-3EC1-9B95BE8E1737}"/>
              </a:ext>
            </a:extLst>
          </p:cNvPr>
          <p:cNvSpPr/>
          <p:nvPr/>
        </p:nvSpPr>
        <p:spPr>
          <a:xfrm>
            <a:off x="364921" y="3675639"/>
            <a:ext cx="109728" cy="109728"/>
          </a:xfrm>
          <a:prstGeom prst="ellipse">
            <a:avLst/>
          </a:prstGeom>
          <a:solidFill>
            <a:srgbClr val="00B4D8"/>
          </a:solidFill>
          <a:ln/>
        </p:spPr>
        <p:txBody>
          <a:bodyPr/>
          <a:lstStyle/>
          <a:p>
            <a:endParaRPr lang="en-US"/>
          </a:p>
        </p:txBody>
      </p:sp>
      <p:sp>
        <p:nvSpPr>
          <p:cNvPr id="46" name="Text 29">
            <a:extLst>
              <a:ext uri="{FF2B5EF4-FFF2-40B4-BE49-F238E27FC236}">
                <a16:creationId xmlns:a16="http://schemas.microsoft.com/office/drawing/2014/main" id="{BA011183-ED4A-6486-616C-2F4B015043A8}"/>
              </a:ext>
            </a:extLst>
          </p:cNvPr>
          <p:cNvSpPr/>
          <p:nvPr/>
        </p:nvSpPr>
        <p:spPr>
          <a:xfrm>
            <a:off x="529513" y="3529335"/>
            <a:ext cx="2103120" cy="384048"/>
          </a:xfrm>
          <a:prstGeom prst="rect">
            <a:avLst/>
          </a:prstGeom>
          <a:noFill/>
          <a:ln/>
        </p:spPr>
        <p:txBody>
          <a:bodyPr wrap="square" rtlCol="0" anchor="ctr"/>
          <a:lstStyle/>
          <a:p>
            <a:pPr marL="0" indent="0">
              <a:buNone/>
            </a:pPr>
            <a:r>
              <a:rPr lang="en-US" sz="950">
                <a:solidFill>
                  <a:srgbClr val="1A1A2E"/>
                </a:solidFill>
                <a:latin typeface="Calibri" pitchFamily="34" charset="0"/>
                <a:ea typeface="Calibri" pitchFamily="34" charset="-122"/>
                <a:cs typeface="Calibri" pitchFamily="34" charset="-120"/>
              </a:rPr>
              <a:t>5 features extracted per request</a:t>
            </a:r>
            <a:endParaRPr lang="en-US" sz="950"/>
          </a:p>
        </p:txBody>
      </p:sp>
      <p:sp>
        <p:nvSpPr>
          <p:cNvPr id="47" name="Shape 30">
            <a:extLst>
              <a:ext uri="{FF2B5EF4-FFF2-40B4-BE49-F238E27FC236}">
                <a16:creationId xmlns:a16="http://schemas.microsoft.com/office/drawing/2014/main" id="{18CFABFE-630C-1DC5-F4F2-984E1B133168}"/>
              </a:ext>
            </a:extLst>
          </p:cNvPr>
          <p:cNvSpPr/>
          <p:nvPr/>
        </p:nvSpPr>
        <p:spPr>
          <a:xfrm>
            <a:off x="364921" y="4043074"/>
            <a:ext cx="109728" cy="109728"/>
          </a:xfrm>
          <a:prstGeom prst="ellipse">
            <a:avLst/>
          </a:prstGeom>
          <a:solidFill>
            <a:srgbClr val="00B4D8"/>
          </a:solidFill>
          <a:ln/>
        </p:spPr>
        <p:txBody>
          <a:bodyPr/>
          <a:lstStyle/>
          <a:p>
            <a:endParaRPr lang="en-US"/>
          </a:p>
        </p:txBody>
      </p:sp>
      <p:sp>
        <p:nvSpPr>
          <p:cNvPr id="48" name="Text 31">
            <a:extLst>
              <a:ext uri="{FF2B5EF4-FFF2-40B4-BE49-F238E27FC236}">
                <a16:creationId xmlns:a16="http://schemas.microsoft.com/office/drawing/2014/main" id="{34888048-824B-4055-FE7E-A7EB132BD92B}"/>
              </a:ext>
            </a:extLst>
          </p:cNvPr>
          <p:cNvSpPr/>
          <p:nvPr/>
        </p:nvSpPr>
        <p:spPr>
          <a:xfrm>
            <a:off x="529513" y="3896770"/>
            <a:ext cx="2103120" cy="384048"/>
          </a:xfrm>
          <a:prstGeom prst="rect">
            <a:avLst/>
          </a:prstGeom>
          <a:noFill/>
          <a:ln/>
        </p:spPr>
        <p:txBody>
          <a:bodyPr wrap="square" rtlCol="0" anchor="ctr"/>
          <a:lstStyle/>
          <a:p>
            <a:pPr marL="0" indent="0">
              <a:buNone/>
            </a:pPr>
            <a:r>
              <a:rPr lang="en-US" sz="950">
                <a:solidFill>
                  <a:srgbClr val="1A1A2E"/>
                </a:solidFill>
                <a:latin typeface="Calibri" pitchFamily="34" charset="0"/>
                <a:ea typeface="Calibri" pitchFamily="34" charset="-122"/>
                <a:cs typeface="Calibri" pitchFamily="34" charset="-120"/>
              </a:rPr>
              <a:t>Endpoints: /sensor /status /diagnostics</a:t>
            </a:r>
            <a:endParaRPr lang="en-US" sz="950"/>
          </a:p>
        </p:txBody>
      </p:sp>
      <p:sp>
        <p:nvSpPr>
          <p:cNvPr id="49" name="Shape 32">
            <a:extLst>
              <a:ext uri="{FF2B5EF4-FFF2-40B4-BE49-F238E27FC236}">
                <a16:creationId xmlns:a16="http://schemas.microsoft.com/office/drawing/2014/main" id="{F542EC0F-5E34-F048-5A02-DC2673571EEE}"/>
              </a:ext>
            </a:extLst>
          </p:cNvPr>
          <p:cNvSpPr/>
          <p:nvPr/>
        </p:nvSpPr>
        <p:spPr>
          <a:xfrm>
            <a:off x="364921" y="4427122"/>
            <a:ext cx="109728" cy="109728"/>
          </a:xfrm>
          <a:prstGeom prst="ellipse">
            <a:avLst/>
          </a:prstGeom>
          <a:solidFill>
            <a:srgbClr val="00B4D8"/>
          </a:solidFill>
          <a:ln/>
        </p:spPr>
        <p:txBody>
          <a:bodyPr/>
          <a:lstStyle/>
          <a:p>
            <a:endParaRPr lang="en-US"/>
          </a:p>
        </p:txBody>
      </p:sp>
      <p:sp>
        <p:nvSpPr>
          <p:cNvPr id="50" name="Text 33">
            <a:extLst>
              <a:ext uri="{FF2B5EF4-FFF2-40B4-BE49-F238E27FC236}">
                <a16:creationId xmlns:a16="http://schemas.microsoft.com/office/drawing/2014/main" id="{D4276105-B0D9-5BB9-7D9A-0DAD948B636C}"/>
              </a:ext>
            </a:extLst>
          </p:cNvPr>
          <p:cNvSpPr/>
          <p:nvPr/>
        </p:nvSpPr>
        <p:spPr>
          <a:xfrm>
            <a:off x="529513" y="4280818"/>
            <a:ext cx="2103120" cy="384048"/>
          </a:xfrm>
          <a:prstGeom prst="rect">
            <a:avLst/>
          </a:prstGeom>
          <a:noFill/>
          <a:ln/>
        </p:spPr>
        <p:txBody>
          <a:bodyPr wrap="square" rtlCol="0" anchor="ctr"/>
          <a:lstStyle/>
          <a:p>
            <a:pPr marL="0" indent="0">
              <a:buNone/>
            </a:pPr>
            <a:r>
              <a:rPr lang="en-US" sz="950">
                <a:solidFill>
                  <a:srgbClr val="1A1A2E"/>
                </a:solidFill>
                <a:latin typeface="Calibri" pitchFamily="34" charset="0"/>
                <a:ea typeface="Calibri" pitchFamily="34" charset="-122"/>
                <a:cs typeface="Calibri" pitchFamily="34" charset="-120"/>
              </a:rPr>
              <a:t>Pi acts as Wi-Fi AP (10.42.0.x)</a:t>
            </a:r>
            <a:endParaRPr lang="en-US" sz="950"/>
          </a:p>
        </p:txBody>
      </p:sp>
      <p:sp>
        <p:nvSpPr>
          <p:cNvPr id="51" name="Shape 34">
            <a:extLst>
              <a:ext uri="{FF2B5EF4-FFF2-40B4-BE49-F238E27FC236}">
                <a16:creationId xmlns:a16="http://schemas.microsoft.com/office/drawing/2014/main" id="{CB22B8E4-C1AD-9F2D-D69C-CE7F9453A80A}"/>
              </a:ext>
            </a:extLst>
          </p:cNvPr>
          <p:cNvSpPr/>
          <p:nvPr/>
        </p:nvSpPr>
        <p:spPr>
          <a:xfrm>
            <a:off x="364921" y="4787981"/>
            <a:ext cx="109728" cy="109728"/>
          </a:xfrm>
          <a:prstGeom prst="ellipse">
            <a:avLst/>
          </a:prstGeom>
          <a:solidFill>
            <a:srgbClr val="00B4D8"/>
          </a:solidFill>
          <a:ln/>
        </p:spPr>
        <p:txBody>
          <a:bodyPr/>
          <a:lstStyle/>
          <a:p>
            <a:endParaRPr lang="en-US"/>
          </a:p>
        </p:txBody>
      </p:sp>
      <p:sp>
        <p:nvSpPr>
          <p:cNvPr id="52" name="Text 35">
            <a:extLst>
              <a:ext uri="{FF2B5EF4-FFF2-40B4-BE49-F238E27FC236}">
                <a16:creationId xmlns:a16="http://schemas.microsoft.com/office/drawing/2014/main" id="{891AFE17-A2BA-C271-5B6B-49C87FD8B734}"/>
              </a:ext>
            </a:extLst>
          </p:cNvPr>
          <p:cNvSpPr/>
          <p:nvPr/>
        </p:nvSpPr>
        <p:spPr>
          <a:xfrm>
            <a:off x="529513" y="4648253"/>
            <a:ext cx="2103120" cy="384048"/>
          </a:xfrm>
          <a:prstGeom prst="rect">
            <a:avLst/>
          </a:prstGeom>
          <a:noFill/>
          <a:ln/>
        </p:spPr>
        <p:txBody>
          <a:bodyPr wrap="square" rtlCol="0" anchor="ctr"/>
          <a:lstStyle/>
          <a:p>
            <a:pPr marL="0" indent="0">
              <a:buNone/>
            </a:pPr>
            <a:r>
              <a:rPr lang="en-US" sz="950">
                <a:solidFill>
                  <a:srgbClr val="1A1A2E"/>
                </a:solidFill>
                <a:latin typeface="Calibri" pitchFamily="34" charset="0"/>
                <a:ea typeface="Calibri" pitchFamily="34" charset="-122"/>
                <a:cs typeface="Calibri" pitchFamily="34" charset="-120"/>
              </a:rPr>
              <a:t>serversniff.py for baseline capture</a:t>
            </a:r>
            <a:endParaRPr lang="en-US" sz="950"/>
          </a:p>
        </p:txBody>
      </p:sp>
      <p:sp>
        <p:nvSpPr>
          <p:cNvPr id="53" name="TextBox 52">
            <a:extLst>
              <a:ext uri="{FF2B5EF4-FFF2-40B4-BE49-F238E27FC236}">
                <a16:creationId xmlns:a16="http://schemas.microsoft.com/office/drawing/2014/main" id="{C83103D9-3D91-7B3B-BF92-95437FB58AE0}"/>
              </a:ext>
            </a:extLst>
          </p:cNvPr>
          <p:cNvSpPr txBox="1"/>
          <p:nvPr/>
        </p:nvSpPr>
        <p:spPr>
          <a:xfrm>
            <a:off x="267397" y="921157"/>
            <a:ext cx="2468875" cy="1892826"/>
          </a:xfrm>
          <a:prstGeom prst="rect">
            <a:avLst/>
          </a:prstGeom>
          <a:noFill/>
        </p:spPr>
        <p:txBody>
          <a:bodyPr wrap="square" rtlCol="0">
            <a:spAutoFit/>
          </a:bodyPr>
          <a:lstStyle/>
          <a:p>
            <a:r>
              <a:rPr lang="en-US" sz="900"/>
              <a:t>The IoT network centers on a Raspberry Pi 4 hosting a wireless network server, with 3 Pico W sensor nodes transmitting data over HTTP. Two additional Pico W nodes were equipped with LoRa hats to handle radio-frequency communication. The Pi passively captured HTTP sensor traffic into sensor_data.json, while the attack data was simulated and stored in attack_data.json. Both JSON files were used for offline training of the modules. During real-time detection the Pi switches to active IPS mode, intercepting and scoring every inbound HTTP request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Header"/>
          <p:cNvSpPr/>
          <p:nvPr/>
        </p:nvSpPr>
        <p:spPr>
          <a:xfrm>
            <a:off x="0" y="0"/>
            <a:ext cx="9144000" cy="820000"/>
          </a:xfrm>
          <a:prstGeom prst="rect">
            <a:avLst/>
          </a:prstGeom>
          <a:solidFill>
            <a:srgbClr val="1B4F72"/>
          </a:solidFill>
          <a:ln/>
        </p:spPr>
        <p:txBody>
          <a:bodyPr/>
          <a:lstStyle/>
          <a:p>
            <a:endParaRPr lang="en-US"/>
          </a:p>
        </p:txBody>
      </p:sp>
      <p:sp>
        <p:nvSpPr>
          <p:cNvPr id="3" name="Title"/>
          <p:cNvSpPr/>
          <p:nvPr/>
        </p:nvSpPr>
        <p:spPr>
          <a:xfrm>
            <a:off x="457200" y="0"/>
            <a:ext cx="7772400" cy="820000"/>
          </a:xfrm>
          <a:prstGeom prst="rect">
            <a:avLst/>
          </a:prstGeom>
          <a:noFill/>
          <a:ln/>
        </p:spPr>
        <p:txBody>
          <a:bodyPr wrap="square" rtlCol="0" anchor="ctr"/>
          <a:lstStyle/>
          <a:p>
            <a:pPr marL="0" indent="0" algn="l">
              <a:buNone/>
            </a:pPr>
            <a:r>
              <a:rPr lang="en-US" sz="2600" b="1">
                <a:solidFill>
                  <a:srgbClr val="FFFFFF"/>
                </a:solidFill>
                <a:latin typeface="Calibri" pitchFamily="34" charset="0"/>
              </a:rPr>
              <a:t>Attack Simulation</a:t>
            </a:r>
          </a:p>
        </p:txBody>
      </p:sp>
      <p:sp>
        <p:nvSpPr>
          <p:cNvPr id="4" name="SlideNum"/>
          <p:cNvSpPr/>
          <p:nvPr/>
        </p:nvSpPr>
        <p:spPr>
          <a:xfrm>
            <a:off x="8046720" y="0"/>
            <a:ext cx="822960" cy="820000"/>
          </a:xfrm>
          <a:prstGeom prst="rect">
            <a:avLst/>
          </a:prstGeom>
          <a:noFill/>
          <a:ln/>
        </p:spPr>
        <p:txBody>
          <a:bodyPr wrap="square" lIns="91440" tIns="45720" rIns="91440" bIns="45720" rtlCol="0" anchor="ctr"/>
          <a:lstStyle/>
          <a:p>
            <a:pPr marL="0" indent="0" algn="r">
              <a:buNone/>
            </a:pPr>
            <a:r>
              <a:rPr lang="en-US" sz="3200" b="1">
                <a:solidFill>
                  <a:srgbClr val="00B4D8"/>
                </a:solidFill>
                <a:latin typeface="Calibri"/>
                <a:ea typeface="Calibri"/>
                <a:cs typeface="Calibri"/>
              </a:rPr>
              <a:t>02</a:t>
            </a:r>
            <a:endParaRPr lang="en-US" sz="3200" b="1">
              <a:solidFill>
                <a:srgbClr val="00B4D8"/>
              </a:solidFill>
              <a:latin typeface="Calibri" pitchFamily="34" charset="0"/>
            </a:endParaRPr>
          </a:p>
        </p:txBody>
      </p:sp>
      <p:sp>
        <p:nvSpPr>
          <p:cNvPr id="5" name="C1BG"/>
          <p:cNvSpPr/>
          <p:nvPr/>
        </p:nvSpPr>
        <p:spPr>
          <a:xfrm>
            <a:off x="182880" y="890000"/>
            <a:ext cx="2834640" cy="2000000"/>
          </a:xfrm>
          <a:prstGeom prst="rect">
            <a:avLst/>
          </a:prstGeom>
          <a:solidFill>
            <a:srgbClr val="1B4F72">
              <a:alpha val="70000"/>
            </a:srgbClr>
          </a:solidFill>
          <a:ln w="15875">
            <a:solidFill>
              <a:srgbClr val="C0392B"/>
            </a:solidFill>
            <a:prstDash val="solid"/>
          </a:ln>
          <a:effectLst>
            <a:outerShdw blurRad="101600" dist="38100" dir="8100000" algn="bl" rotWithShape="0">
              <a:srgbClr val="000000">
                <a:alpha val="15000"/>
              </a:srgbClr>
            </a:outerShdw>
          </a:effectLst>
        </p:spPr>
        <p:txBody>
          <a:bodyPr/>
          <a:lstStyle/>
          <a:p>
            <a:endParaRPr lang="en-US"/>
          </a:p>
        </p:txBody>
      </p:sp>
      <p:sp>
        <p:nvSpPr>
          <p:cNvPr id="6" name="C1Strip"/>
          <p:cNvSpPr/>
          <p:nvPr/>
        </p:nvSpPr>
        <p:spPr>
          <a:xfrm>
            <a:off x="182880" y="890000"/>
            <a:ext cx="2834640" cy="240000"/>
          </a:xfrm>
          <a:prstGeom prst="rect">
            <a:avLst/>
          </a:prstGeom>
          <a:solidFill>
            <a:srgbClr val="C0392B"/>
          </a:solidFill>
          <a:ln/>
        </p:spPr>
        <p:txBody>
          <a:bodyPr/>
          <a:lstStyle/>
          <a:p>
            <a:endParaRPr lang="en-US"/>
          </a:p>
        </p:txBody>
      </p:sp>
      <p:sp>
        <p:nvSpPr>
          <p:cNvPr id="7" name="C1Title"/>
          <p:cNvSpPr/>
          <p:nvPr/>
        </p:nvSpPr>
        <p:spPr>
          <a:xfrm>
            <a:off x="228600" y="890000"/>
            <a:ext cx="2743200" cy="240000"/>
          </a:xfrm>
          <a:prstGeom prst="rect">
            <a:avLst/>
          </a:prstGeom>
          <a:noFill/>
          <a:ln/>
        </p:spPr>
        <p:txBody>
          <a:bodyPr wrap="square" lIns="0" tIns="0" rIns="0" bIns="0" rtlCol="0" anchor="ctr"/>
          <a:lstStyle/>
          <a:p>
            <a:pPr marL="0" indent="0">
              <a:buNone/>
            </a:pPr>
            <a:r>
              <a:rPr lang="en-US" sz="1100" b="1">
                <a:solidFill>
                  <a:srgbClr val="FFFFFF"/>
                </a:solidFill>
                <a:latin typeface="Calibri" pitchFamily="34" charset="0"/>
              </a:rPr>
              <a:t>HTTP DoS Flood</a:t>
            </a:r>
          </a:p>
        </p:txBody>
      </p:sp>
      <p:sp>
        <p:nvSpPr>
          <p:cNvPr id="8" name="C1Body"/>
          <p:cNvSpPr/>
          <p:nvPr/>
        </p:nvSpPr>
        <p:spPr>
          <a:xfrm>
            <a:off x="228600" y="1160000"/>
            <a:ext cx="2743200" cy="1700000"/>
          </a:xfrm>
          <a:prstGeom prst="rect">
            <a:avLst/>
          </a:prstGeom>
          <a:noFill/>
          <a:ln/>
        </p:spPr>
        <p:txBody>
          <a:bodyPr wrap="square" lIns="91440" tIns="45720" rIns="91440" bIns="0" rtlCol="0" anchor="t"/>
          <a:lstStyle/>
          <a:p>
            <a:pPr marL="0" indent="0">
              <a:buNone/>
            </a:pPr>
            <a:r>
              <a:rPr lang="en-US" sz="950" b="1">
                <a:solidFill>
                  <a:srgbClr val="00B4D8"/>
                </a:solidFill>
                <a:latin typeface="Calibri" pitchFamily="34" charset="0"/>
              </a:rPr>
              <a:t>What it is</a:t>
            </a:r>
          </a:p>
          <a:p>
            <a:pPr marL="0" indent="0">
              <a:buNone/>
            </a:pPr>
            <a:r>
              <a:rPr lang="en-US" sz="880">
                <a:solidFill>
                  <a:srgbClr val="E8F4F8"/>
                </a:solidFill>
                <a:latin typeface="Calibri" pitchFamily="34" charset="0"/>
              </a:rPr>
              <a:t>A flood of HTTP GET requests sent at high rate from a single IP, targeting all endpoints to exhaust server resources and deny service to legitimate sensors.</a:t>
            </a:r>
          </a:p>
          <a:p>
            <a:pPr marL="0" indent="0">
              <a:buNone/>
            </a:pPr>
            <a:endParaRPr lang="en-US" sz="880"/>
          </a:p>
          <a:p>
            <a:pPr marL="0" indent="0">
              <a:buNone/>
            </a:pPr>
            <a:r>
              <a:rPr lang="en-US" sz="950" b="1">
                <a:solidFill>
                  <a:srgbClr val="00B4D8"/>
                </a:solidFill>
                <a:latin typeface="Calibri" pitchFamily="34" charset="0"/>
              </a:rPr>
              <a:t>How IPS prevents it</a:t>
            </a:r>
          </a:p>
          <a:p>
            <a:pPr marL="0" indent="0">
              <a:buNone/>
            </a:pPr>
            <a:r>
              <a:rPr lang="en-US" sz="880">
                <a:solidFill>
                  <a:srgbClr val="E8F4F8"/>
                </a:solidFill>
                <a:latin typeface="Calibri" pitchFamily="34" charset="0"/>
              </a:rPr>
              <a:t>IsolationForest flags the abnormal packet rate after 3 anomalous requests. The source IP is automatically banned for 120 seconds, blocking all further traffic.</a:t>
            </a:r>
          </a:p>
        </p:txBody>
      </p:sp>
      <p:sp>
        <p:nvSpPr>
          <p:cNvPr id="9" name="C2BG"/>
          <p:cNvSpPr/>
          <p:nvPr/>
        </p:nvSpPr>
        <p:spPr>
          <a:xfrm>
            <a:off x="3154920" y="890000"/>
            <a:ext cx="2834640" cy="2000000"/>
          </a:xfrm>
          <a:prstGeom prst="rect">
            <a:avLst/>
          </a:prstGeom>
          <a:solidFill>
            <a:srgbClr val="1B4F72">
              <a:alpha val="70000"/>
            </a:srgbClr>
          </a:solidFill>
          <a:ln w="15875">
            <a:solidFill>
              <a:srgbClr val="C0392B"/>
            </a:solidFill>
            <a:prstDash val="solid"/>
          </a:ln>
          <a:effectLst>
            <a:outerShdw blurRad="101600" dist="38100" dir="8100000" algn="bl" rotWithShape="0">
              <a:srgbClr val="000000">
                <a:alpha val="15000"/>
              </a:srgbClr>
            </a:outerShdw>
          </a:effectLst>
        </p:spPr>
        <p:txBody>
          <a:bodyPr/>
          <a:lstStyle/>
          <a:p>
            <a:endParaRPr lang="en-US"/>
          </a:p>
        </p:txBody>
      </p:sp>
      <p:sp>
        <p:nvSpPr>
          <p:cNvPr id="10" name="C2Strip"/>
          <p:cNvSpPr/>
          <p:nvPr/>
        </p:nvSpPr>
        <p:spPr>
          <a:xfrm>
            <a:off x="3154920" y="890000"/>
            <a:ext cx="2834640" cy="240000"/>
          </a:xfrm>
          <a:prstGeom prst="rect">
            <a:avLst/>
          </a:prstGeom>
          <a:solidFill>
            <a:srgbClr val="C0392B"/>
          </a:solidFill>
          <a:ln/>
        </p:spPr>
        <p:txBody>
          <a:bodyPr/>
          <a:lstStyle/>
          <a:p>
            <a:endParaRPr lang="en-US"/>
          </a:p>
        </p:txBody>
      </p:sp>
      <p:sp>
        <p:nvSpPr>
          <p:cNvPr id="11" name="C2Title"/>
          <p:cNvSpPr/>
          <p:nvPr/>
        </p:nvSpPr>
        <p:spPr>
          <a:xfrm>
            <a:off x="3200640" y="890000"/>
            <a:ext cx="2743200" cy="240000"/>
          </a:xfrm>
          <a:prstGeom prst="rect">
            <a:avLst/>
          </a:prstGeom>
          <a:noFill/>
          <a:ln/>
        </p:spPr>
        <p:txBody>
          <a:bodyPr wrap="square" lIns="0" tIns="0" rIns="0" bIns="0" rtlCol="0" anchor="ctr"/>
          <a:lstStyle/>
          <a:p>
            <a:pPr marL="0" indent="0">
              <a:buNone/>
            </a:pPr>
            <a:r>
              <a:rPr lang="en-US" sz="1100" b="1">
                <a:solidFill>
                  <a:srgbClr val="FFFFFF"/>
                </a:solidFill>
                <a:latin typeface="Calibri" pitchFamily="34" charset="0"/>
              </a:rPr>
              <a:t>Slow Loris</a:t>
            </a:r>
          </a:p>
        </p:txBody>
      </p:sp>
      <p:sp>
        <p:nvSpPr>
          <p:cNvPr id="12" name="C2Body"/>
          <p:cNvSpPr/>
          <p:nvPr/>
        </p:nvSpPr>
        <p:spPr>
          <a:xfrm>
            <a:off x="3200640" y="1160000"/>
            <a:ext cx="2743200" cy="1700000"/>
          </a:xfrm>
          <a:prstGeom prst="rect">
            <a:avLst/>
          </a:prstGeom>
          <a:noFill/>
          <a:ln/>
        </p:spPr>
        <p:txBody>
          <a:bodyPr wrap="square" lIns="91440" tIns="45720" rIns="91440" bIns="0" rtlCol="0" anchor="t"/>
          <a:lstStyle/>
          <a:p>
            <a:pPr marL="0" indent="0">
              <a:buNone/>
            </a:pPr>
            <a:r>
              <a:rPr lang="en-US" sz="950" b="1">
                <a:solidFill>
                  <a:srgbClr val="00B4D8"/>
                </a:solidFill>
                <a:latin typeface="Calibri" pitchFamily="34" charset="0"/>
              </a:rPr>
              <a:t>What it is</a:t>
            </a:r>
          </a:p>
          <a:p>
            <a:pPr marL="0" indent="0">
              <a:buNone/>
            </a:pPr>
            <a:r>
              <a:rPr lang="en-US" sz="880">
                <a:solidFill>
                  <a:srgbClr val="E8F4F8"/>
                </a:solidFill>
                <a:latin typeface="Calibri" pitchFamily="34" charset="0"/>
              </a:rPr>
              <a:t>Opens up to 1,000 simultaneous HTTP connections but never completes the requests, holding them open to exhaust the server’s connection pool at very low bandwidth.</a:t>
            </a:r>
          </a:p>
          <a:p>
            <a:pPr marL="0" indent="0">
              <a:buNone/>
            </a:pPr>
            <a:endParaRPr lang="en-US" sz="880"/>
          </a:p>
          <a:p>
            <a:pPr marL="0" indent="0">
              <a:buNone/>
            </a:pPr>
            <a:r>
              <a:rPr lang="en-US" sz="950" b="1">
                <a:solidFill>
                  <a:srgbClr val="00B4D8"/>
                </a:solidFill>
                <a:latin typeface="Calibri" pitchFamily="34" charset="0"/>
              </a:rPr>
              <a:t>How IPS prevents it</a:t>
            </a:r>
          </a:p>
          <a:p>
            <a:pPr marL="0" indent="0">
              <a:buNone/>
            </a:pPr>
            <a:r>
              <a:rPr lang="en-US" sz="880">
                <a:solidFill>
                  <a:srgbClr val="E8F4F8"/>
                </a:solidFill>
                <a:latin typeface="Calibri" pitchFamily="34" charset="0"/>
              </a:rPr>
              <a:t>The abnormal connection pattern and low byte rate are scored as anomalous by IsolationForest. The IP is banned, and the server’s raised file descriptor limit prevents connection exhaustion.</a:t>
            </a:r>
          </a:p>
        </p:txBody>
      </p:sp>
      <p:sp>
        <p:nvSpPr>
          <p:cNvPr id="13" name="C3BG"/>
          <p:cNvSpPr/>
          <p:nvPr/>
        </p:nvSpPr>
        <p:spPr>
          <a:xfrm>
            <a:off x="6126960" y="890000"/>
            <a:ext cx="2834640" cy="2000000"/>
          </a:xfrm>
          <a:prstGeom prst="rect">
            <a:avLst/>
          </a:prstGeom>
          <a:solidFill>
            <a:srgbClr val="1B4F72">
              <a:alpha val="70000"/>
            </a:srgbClr>
          </a:solidFill>
          <a:ln w="15875">
            <a:solidFill>
              <a:srgbClr val="C0392B"/>
            </a:solidFill>
            <a:prstDash val="solid"/>
          </a:ln>
          <a:effectLst>
            <a:outerShdw blurRad="101600" dist="38100" dir="8100000" algn="bl" rotWithShape="0">
              <a:srgbClr val="000000">
                <a:alpha val="15000"/>
              </a:srgbClr>
            </a:outerShdw>
          </a:effectLst>
        </p:spPr>
        <p:txBody>
          <a:bodyPr/>
          <a:lstStyle/>
          <a:p>
            <a:endParaRPr lang="en-US"/>
          </a:p>
        </p:txBody>
      </p:sp>
      <p:sp>
        <p:nvSpPr>
          <p:cNvPr id="14" name="C3Strip"/>
          <p:cNvSpPr/>
          <p:nvPr/>
        </p:nvSpPr>
        <p:spPr>
          <a:xfrm>
            <a:off x="6126960" y="890000"/>
            <a:ext cx="2834640" cy="240000"/>
          </a:xfrm>
          <a:prstGeom prst="rect">
            <a:avLst/>
          </a:prstGeom>
          <a:solidFill>
            <a:srgbClr val="C0392B"/>
          </a:solidFill>
          <a:ln/>
        </p:spPr>
        <p:txBody>
          <a:bodyPr/>
          <a:lstStyle/>
          <a:p>
            <a:endParaRPr lang="en-US"/>
          </a:p>
        </p:txBody>
      </p:sp>
      <p:sp>
        <p:nvSpPr>
          <p:cNvPr id="15" name="C3Title"/>
          <p:cNvSpPr/>
          <p:nvPr/>
        </p:nvSpPr>
        <p:spPr>
          <a:xfrm>
            <a:off x="6172680" y="890000"/>
            <a:ext cx="2743200" cy="240000"/>
          </a:xfrm>
          <a:prstGeom prst="rect">
            <a:avLst/>
          </a:prstGeom>
          <a:noFill/>
          <a:ln/>
        </p:spPr>
        <p:txBody>
          <a:bodyPr wrap="square" lIns="0" tIns="0" rIns="0" bIns="0" rtlCol="0" anchor="ctr"/>
          <a:lstStyle/>
          <a:p>
            <a:pPr marL="0" indent="0">
              <a:buNone/>
            </a:pPr>
            <a:r>
              <a:rPr lang="en-US" sz="1100" b="1">
                <a:solidFill>
                  <a:srgbClr val="FFFFFF"/>
                </a:solidFill>
                <a:latin typeface="Calibri" pitchFamily="34" charset="0"/>
              </a:rPr>
              <a:t>SYN Flood</a:t>
            </a:r>
          </a:p>
        </p:txBody>
      </p:sp>
      <p:sp>
        <p:nvSpPr>
          <p:cNvPr id="16" name="C3Body"/>
          <p:cNvSpPr/>
          <p:nvPr/>
        </p:nvSpPr>
        <p:spPr>
          <a:xfrm>
            <a:off x="6172680" y="1160000"/>
            <a:ext cx="2743200" cy="1700000"/>
          </a:xfrm>
          <a:prstGeom prst="rect">
            <a:avLst/>
          </a:prstGeom>
          <a:noFill/>
          <a:ln/>
        </p:spPr>
        <p:txBody>
          <a:bodyPr wrap="square" lIns="91440" tIns="45720" rIns="91440" bIns="0" rtlCol="0" anchor="t"/>
          <a:lstStyle/>
          <a:p>
            <a:pPr marL="0" indent="0">
              <a:buNone/>
            </a:pPr>
            <a:r>
              <a:rPr lang="en-US" sz="950" b="1">
                <a:solidFill>
                  <a:srgbClr val="00B4D8"/>
                </a:solidFill>
                <a:latin typeface="Calibri" pitchFamily="34" charset="0"/>
              </a:rPr>
              <a:t>What it is</a:t>
            </a:r>
          </a:p>
          <a:p>
            <a:pPr marL="0" indent="0">
              <a:buNone/>
            </a:pPr>
            <a:r>
              <a:rPr lang="en-US" sz="880">
                <a:solidFill>
                  <a:srgbClr val="E8F4F8"/>
                </a:solidFill>
                <a:latin typeface="Calibri" pitchFamily="34" charset="0"/>
              </a:rPr>
              <a:t>Floods the target with spoofed TCP SYN packets from random source IPs using hping3 and Metasploit, exhausting the connection state table without completing any handshake.</a:t>
            </a:r>
          </a:p>
          <a:p>
            <a:pPr marL="0" indent="0">
              <a:buNone/>
            </a:pPr>
            <a:endParaRPr lang="en-US" sz="880"/>
          </a:p>
          <a:p>
            <a:pPr marL="0" indent="0">
              <a:buNone/>
            </a:pPr>
            <a:r>
              <a:rPr lang="en-US" sz="950" b="1">
                <a:solidFill>
                  <a:srgbClr val="00B4D8"/>
                </a:solidFill>
                <a:latin typeface="Calibri" pitchFamily="34" charset="0"/>
              </a:rPr>
              <a:t>How IPS prevents it</a:t>
            </a:r>
          </a:p>
          <a:p>
            <a:pPr marL="0" indent="0">
              <a:buNone/>
            </a:pPr>
            <a:r>
              <a:rPr lang="en-US" sz="880">
                <a:solidFill>
                  <a:srgbClr val="E8F4F8"/>
                </a:solidFill>
                <a:latin typeface="Calibri" pitchFamily="34" charset="0"/>
              </a:rPr>
              <a:t>A global SYN counter detects the volume spike regardless of spoofed source IPs. The flood is identified and the server raises an alert while continuing to serve legitimate sensor traffic.</a:t>
            </a:r>
          </a:p>
        </p:txBody>
      </p:sp>
      <p:sp>
        <p:nvSpPr>
          <p:cNvPr id="17" name="C4BG"/>
          <p:cNvSpPr/>
          <p:nvPr/>
        </p:nvSpPr>
        <p:spPr>
          <a:xfrm>
            <a:off x="1640160" y="3050000"/>
            <a:ext cx="2834640" cy="2000000"/>
          </a:xfrm>
          <a:prstGeom prst="rect">
            <a:avLst/>
          </a:prstGeom>
          <a:solidFill>
            <a:srgbClr val="1B4F72">
              <a:alpha val="70000"/>
            </a:srgbClr>
          </a:solidFill>
          <a:ln w="15875">
            <a:solidFill>
              <a:srgbClr val="0D9E6E"/>
            </a:solidFill>
            <a:prstDash val="solid"/>
          </a:ln>
          <a:effectLst>
            <a:outerShdw blurRad="101600" dist="38100" dir="8100000" algn="bl" rotWithShape="0">
              <a:srgbClr val="000000">
                <a:alpha val="15000"/>
              </a:srgbClr>
            </a:outerShdw>
          </a:effectLst>
        </p:spPr>
        <p:txBody>
          <a:bodyPr/>
          <a:lstStyle/>
          <a:p>
            <a:endParaRPr lang="en-US"/>
          </a:p>
        </p:txBody>
      </p:sp>
      <p:sp>
        <p:nvSpPr>
          <p:cNvPr id="18" name="C4Strip"/>
          <p:cNvSpPr/>
          <p:nvPr/>
        </p:nvSpPr>
        <p:spPr>
          <a:xfrm>
            <a:off x="1640160" y="3050000"/>
            <a:ext cx="2834640" cy="240000"/>
          </a:xfrm>
          <a:prstGeom prst="rect">
            <a:avLst/>
          </a:prstGeom>
          <a:solidFill>
            <a:srgbClr val="0D9E6E"/>
          </a:solidFill>
          <a:ln/>
        </p:spPr>
        <p:txBody>
          <a:bodyPr/>
          <a:lstStyle/>
          <a:p>
            <a:endParaRPr lang="en-US"/>
          </a:p>
        </p:txBody>
      </p:sp>
      <p:sp>
        <p:nvSpPr>
          <p:cNvPr id="19" name="C4Title"/>
          <p:cNvSpPr/>
          <p:nvPr/>
        </p:nvSpPr>
        <p:spPr>
          <a:xfrm>
            <a:off x="1685880" y="3050000"/>
            <a:ext cx="2743200" cy="240000"/>
          </a:xfrm>
          <a:prstGeom prst="rect">
            <a:avLst/>
          </a:prstGeom>
          <a:noFill/>
          <a:ln/>
        </p:spPr>
        <p:txBody>
          <a:bodyPr wrap="square" lIns="0" tIns="0" rIns="0" bIns="0" rtlCol="0" anchor="ctr"/>
          <a:lstStyle/>
          <a:p>
            <a:pPr marL="0" indent="0">
              <a:buNone/>
            </a:pPr>
            <a:r>
              <a:rPr lang="en-US" sz="1100" b="1">
                <a:solidFill>
                  <a:srgbClr val="FFFFFF"/>
                </a:solidFill>
                <a:latin typeface="Calibri" pitchFamily="34" charset="0"/>
              </a:rPr>
              <a:t>LoRa Replay Attack</a:t>
            </a:r>
          </a:p>
        </p:txBody>
      </p:sp>
      <p:sp>
        <p:nvSpPr>
          <p:cNvPr id="20" name="C4Body"/>
          <p:cNvSpPr/>
          <p:nvPr/>
        </p:nvSpPr>
        <p:spPr>
          <a:xfrm>
            <a:off x="1685880" y="3320000"/>
            <a:ext cx="2743200" cy="1700000"/>
          </a:xfrm>
          <a:prstGeom prst="rect">
            <a:avLst/>
          </a:prstGeom>
          <a:noFill/>
          <a:ln/>
        </p:spPr>
        <p:txBody>
          <a:bodyPr wrap="square" lIns="91440" tIns="45720" rIns="91440" bIns="0" rtlCol="0" anchor="t"/>
          <a:lstStyle/>
          <a:p>
            <a:pPr marL="0" indent="0">
              <a:buNone/>
            </a:pPr>
            <a:r>
              <a:rPr lang="en-US" sz="950" b="1">
                <a:solidFill>
                  <a:srgbClr val="00B4D8"/>
                </a:solidFill>
                <a:latin typeface="Calibri" pitchFamily="34" charset="0"/>
              </a:rPr>
              <a:t>What it is</a:t>
            </a:r>
          </a:p>
          <a:p>
            <a:pPr marL="0" indent="0">
              <a:buNone/>
            </a:pPr>
            <a:r>
              <a:rPr lang="en-US" sz="850">
                <a:solidFill>
                  <a:srgbClr val="E8F4F8"/>
                </a:solidFill>
                <a:latin typeface="Calibri"/>
                <a:ea typeface="Calibri"/>
                <a:cs typeface="Calibri"/>
              </a:rPr>
              <a:t>Previously captured LoRa sensor payloads are retransmitted rapidly from a spoofed node, injecting stale or duplicate data into the network at abnormal rates.</a:t>
            </a:r>
          </a:p>
          <a:p>
            <a:pPr marL="0" indent="0">
              <a:buNone/>
            </a:pPr>
            <a:endParaRPr lang="en-US" sz="880"/>
          </a:p>
          <a:p>
            <a:pPr marL="0" indent="0">
              <a:buNone/>
            </a:pPr>
            <a:r>
              <a:rPr lang="en-US" sz="950" b="1">
                <a:solidFill>
                  <a:srgbClr val="00B4D8"/>
                </a:solidFill>
                <a:latin typeface="Calibri" pitchFamily="34" charset="0"/>
              </a:rPr>
              <a:t>How IPS prevents it</a:t>
            </a:r>
          </a:p>
          <a:p>
            <a:r>
              <a:rPr lang="en-US" sz="850">
                <a:solidFill>
                  <a:srgbClr val="E8F4F8"/>
                </a:solidFill>
                <a:latin typeface="Calibri"/>
                <a:ea typeface="Calibri"/>
                <a:cs typeface="Calibri"/>
              </a:rPr>
              <a:t>The </a:t>
            </a:r>
            <a:r>
              <a:rPr lang="en-US" sz="850" err="1">
                <a:solidFill>
                  <a:srgbClr val="E8F4F8"/>
                </a:solidFill>
                <a:latin typeface="Calibri"/>
                <a:ea typeface="Calibri"/>
                <a:cs typeface="Calibri"/>
              </a:rPr>
              <a:t>BiLSTM</a:t>
            </a:r>
            <a:r>
              <a:rPr lang="en-US" sz="850">
                <a:solidFill>
                  <a:srgbClr val="E8F4F8"/>
                </a:solidFill>
                <a:latin typeface="Calibri"/>
                <a:ea typeface="Calibri"/>
                <a:cs typeface="Calibri"/>
              </a:rPr>
              <a:t> model detects the abnormal inter-packet delay (IPD) pattern. The transmitter Pico encodes </a:t>
            </a:r>
            <a:r>
              <a:rPr lang="en-US" sz="850" err="1">
                <a:solidFill>
                  <a:srgbClr val="E8F4F8"/>
                </a:solidFill>
                <a:latin typeface="Calibri"/>
                <a:ea typeface="Calibri"/>
                <a:cs typeface="Calibri"/>
              </a:rPr>
              <a:t>delta_t</a:t>
            </a:r>
            <a:r>
              <a:rPr lang="en-US" sz="850">
                <a:solidFill>
                  <a:srgbClr val="E8F4F8"/>
                </a:solidFill>
                <a:latin typeface="Calibri"/>
                <a:ea typeface="Calibri"/>
                <a:cs typeface="Calibri"/>
              </a:rPr>
              <a:t> in each payload, exposing timestamp manipulation to the model.</a:t>
            </a:r>
          </a:p>
        </p:txBody>
      </p:sp>
      <p:sp>
        <p:nvSpPr>
          <p:cNvPr id="21" name="C5BG"/>
          <p:cNvSpPr/>
          <p:nvPr/>
        </p:nvSpPr>
        <p:spPr>
          <a:xfrm>
            <a:off x="4669200" y="3050000"/>
            <a:ext cx="2834640" cy="2000000"/>
          </a:xfrm>
          <a:prstGeom prst="rect">
            <a:avLst/>
          </a:prstGeom>
          <a:solidFill>
            <a:srgbClr val="1B4F72">
              <a:alpha val="70000"/>
            </a:srgbClr>
          </a:solidFill>
          <a:ln w="15875">
            <a:solidFill>
              <a:srgbClr val="0D9E6E"/>
            </a:solidFill>
            <a:prstDash val="solid"/>
          </a:ln>
          <a:effectLst>
            <a:outerShdw blurRad="101600" dist="38100" dir="8100000" algn="bl" rotWithShape="0">
              <a:srgbClr val="000000">
                <a:alpha val="15000"/>
              </a:srgbClr>
            </a:outerShdw>
          </a:effectLst>
        </p:spPr>
        <p:txBody>
          <a:bodyPr/>
          <a:lstStyle/>
          <a:p>
            <a:endParaRPr lang="en-US"/>
          </a:p>
        </p:txBody>
      </p:sp>
      <p:sp>
        <p:nvSpPr>
          <p:cNvPr id="22" name="C5Strip"/>
          <p:cNvSpPr/>
          <p:nvPr/>
        </p:nvSpPr>
        <p:spPr>
          <a:xfrm>
            <a:off x="4669200" y="3050000"/>
            <a:ext cx="2834640" cy="240000"/>
          </a:xfrm>
          <a:prstGeom prst="rect">
            <a:avLst/>
          </a:prstGeom>
          <a:solidFill>
            <a:srgbClr val="0D9E6E"/>
          </a:solidFill>
          <a:ln/>
        </p:spPr>
        <p:txBody>
          <a:bodyPr/>
          <a:lstStyle/>
          <a:p>
            <a:endParaRPr lang="en-US"/>
          </a:p>
        </p:txBody>
      </p:sp>
      <p:sp>
        <p:nvSpPr>
          <p:cNvPr id="23" name="C5Title"/>
          <p:cNvSpPr/>
          <p:nvPr/>
        </p:nvSpPr>
        <p:spPr>
          <a:xfrm>
            <a:off x="4714920" y="3050000"/>
            <a:ext cx="2743200" cy="240000"/>
          </a:xfrm>
          <a:prstGeom prst="rect">
            <a:avLst/>
          </a:prstGeom>
          <a:noFill/>
          <a:ln/>
        </p:spPr>
        <p:txBody>
          <a:bodyPr wrap="square" lIns="0" tIns="0" rIns="0" bIns="0" rtlCol="0" anchor="ctr"/>
          <a:lstStyle/>
          <a:p>
            <a:pPr marL="0" indent="0">
              <a:buNone/>
            </a:pPr>
            <a:r>
              <a:rPr lang="en-US" sz="1100" b="1">
                <a:solidFill>
                  <a:srgbClr val="FFFFFF"/>
                </a:solidFill>
                <a:latin typeface="Calibri" pitchFamily="34" charset="0"/>
              </a:rPr>
              <a:t>LoRaWAN Join Flood</a:t>
            </a:r>
          </a:p>
        </p:txBody>
      </p:sp>
      <p:sp>
        <p:nvSpPr>
          <p:cNvPr id="24" name="C5Body"/>
          <p:cNvSpPr/>
          <p:nvPr/>
        </p:nvSpPr>
        <p:spPr>
          <a:xfrm>
            <a:off x="4714920" y="3320000"/>
            <a:ext cx="2743200" cy="1700000"/>
          </a:xfrm>
          <a:prstGeom prst="rect">
            <a:avLst/>
          </a:prstGeom>
          <a:noFill/>
          <a:ln/>
        </p:spPr>
        <p:txBody>
          <a:bodyPr wrap="square" lIns="91440" tIns="45720" rIns="91440" bIns="0" rtlCol="0" anchor="t"/>
          <a:lstStyle/>
          <a:p>
            <a:pPr marL="0" indent="0">
              <a:buNone/>
            </a:pPr>
            <a:r>
              <a:rPr lang="en-US" sz="950" b="1">
                <a:solidFill>
                  <a:srgbClr val="00B4D8"/>
                </a:solidFill>
                <a:latin typeface="Calibri" pitchFamily="34" charset="0"/>
              </a:rPr>
              <a:t>What it is</a:t>
            </a:r>
          </a:p>
          <a:p>
            <a:pPr marL="0" indent="0">
              <a:buNone/>
            </a:pPr>
            <a:r>
              <a:rPr lang="en-US" sz="880">
                <a:solidFill>
                  <a:srgbClr val="E8F4F8"/>
                </a:solidFill>
                <a:latin typeface="Calibri" pitchFamily="34" charset="0"/>
              </a:rPr>
              <a:t>A large volume of fake OTAA (Over-the-Air Activation) join requests with randomised DevEUIs floods the /join endpoint, attempting to exhaust available network slots.</a:t>
            </a:r>
          </a:p>
          <a:p>
            <a:pPr marL="0" indent="0">
              <a:buNone/>
            </a:pPr>
            <a:endParaRPr lang="en-US" sz="880"/>
          </a:p>
          <a:p>
            <a:pPr marL="0" indent="0">
              <a:buNone/>
            </a:pPr>
            <a:r>
              <a:rPr lang="en-US" sz="950" b="1">
                <a:solidFill>
                  <a:srgbClr val="00B4D8"/>
                </a:solidFill>
                <a:latin typeface="Calibri" pitchFamily="34" charset="0"/>
              </a:rPr>
              <a:t>How IPS prevents it</a:t>
            </a:r>
          </a:p>
          <a:p>
            <a:pPr marL="0" indent="0">
              <a:buNone/>
            </a:pPr>
            <a:r>
              <a:rPr lang="en-US" sz="880">
                <a:solidFill>
                  <a:srgbClr val="E8F4F8"/>
                </a:solidFill>
                <a:latin typeface="Calibri" pitchFamily="34" charset="0"/>
              </a:rPr>
              <a:t>IsolationForest detects the abnormal packet rate on /join. The source IP accumulates strikes and is banned, blocking further join requests within seconds.</a:t>
            </a:r>
          </a:p>
        </p:txBody>
      </p:sp>
      <p:sp>
        <p:nvSpPr>
          <p:cNvPr id="25" name="Legend"/>
          <p:cNvSpPr/>
          <p:nvPr/>
        </p:nvSpPr>
        <p:spPr>
          <a:xfrm>
            <a:off x="183360" y="5120000"/>
            <a:ext cx="8778240" cy="220000"/>
          </a:xfrm>
          <a:prstGeom prst="rect">
            <a:avLst/>
          </a:prstGeom>
          <a:noFill/>
          <a:ln/>
        </p:spPr>
        <p:txBody>
          <a:bodyPr wrap="square" rtlCol="0" anchor="ctr"/>
          <a:lstStyle/>
          <a:p>
            <a:pPr marL="0" indent="0" algn="ctr">
              <a:buNone/>
            </a:pPr>
            <a:r>
              <a:rPr lang="en-US" sz="800">
                <a:solidFill>
                  <a:srgbClr val="5B8DB8"/>
                </a:solidFill>
                <a:latin typeface="Calibri" pitchFamily="34" charset="0"/>
              </a:rPr>
              <a:t>Red border = HTTP-layer attacks (IsolationForest)     Teal border = LoRa radio-layer attacks (CNN-LSTM)     Tools: hping3, Metasploit, slowhttptest, t_pico_lora.py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A7B80F61-9B15-5179-2860-1BB0279EE33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51BAD8E-6759-D513-5DD1-4FE5CC38DE01}"/>
              </a:ext>
            </a:extLst>
          </p:cNvPr>
          <p:cNvSpPr/>
          <p:nvPr/>
        </p:nvSpPr>
        <p:spPr>
          <a:xfrm>
            <a:off x="0" y="0"/>
            <a:ext cx="9144000" cy="914400"/>
          </a:xfrm>
          <a:prstGeom prst="rect">
            <a:avLst/>
          </a:prstGeom>
          <a:solidFill>
            <a:srgbClr val="1B4F72"/>
          </a:solidFill>
          <a:ln/>
        </p:spPr>
        <p:txBody>
          <a:bodyPr/>
          <a:lstStyle/>
          <a:p>
            <a:endParaRPr lang="en-US"/>
          </a:p>
        </p:txBody>
      </p:sp>
      <p:sp>
        <p:nvSpPr>
          <p:cNvPr id="3" name="Text 1">
            <a:extLst>
              <a:ext uri="{FF2B5EF4-FFF2-40B4-BE49-F238E27FC236}">
                <a16:creationId xmlns:a16="http://schemas.microsoft.com/office/drawing/2014/main" id="{64AC5259-B4DF-C145-1C91-473311B38B51}"/>
              </a:ext>
            </a:extLst>
          </p:cNvPr>
          <p:cNvSpPr/>
          <p:nvPr/>
        </p:nvSpPr>
        <p:spPr>
          <a:xfrm>
            <a:off x="457200" y="0"/>
            <a:ext cx="8229600" cy="914400"/>
          </a:xfrm>
          <a:prstGeom prst="rect">
            <a:avLst/>
          </a:prstGeom>
          <a:noFill/>
          <a:ln/>
        </p:spPr>
        <p:txBody>
          <a:bodyPr wrap="square" lIns="91440" tIns="45720" rIns="91440" bIns="45720" rtlCol="0" anchor="ctr"/>
          <a:lstStyle/>
          <a:p>
            <a:r>
              <a:rPr lang="en-US" sz="2800" b="1">
                <a:solidFill>
                  <a:srgbClr val="FFFFFF"/>
                </a:solidFill>
                <a:ea typeface="Calibri"/>
                <a:cs typeface="Calibri"/>
              </a:rPr>
              <a:t>LoRa implementation Overview</a:t>
            </a:r>
          </a:p>
        </p:txBody>
      </p:sp>
      <p:sp>
        <p:nvSpPr>
          <p:cNvPr id="4" name="Text 2">
            <a:extLst>
              <a:ext uri="{FF2B5EF4-FFF2-40B4-BE49-F238E27FC236}">
                <a16:creationId xmlns:a16="http://schemas.microsoft.com/office/drawing/2014/main" id="{5EA4A54C-53BA-93FA-5F5E-DC46B1D2A5D6}"/>
              </a:ext>
            </a:extLst>
          </p:cNvPr>
          <p:cNvSpPr/>
          <p:nvPr/>
        </p:nvSpPr>
        <p:spPr>
          <a:xfrm>
            <a:off x="8046720" y="0"/>
            <a:ext cx="822960" cy="914400"/>
          </a:xfrm>
          <a:prstGeom prst="rect">
            <a:avLst/>
          </a:prstGeom>
          <a:noFill/>
          <a:ln/>
        </p:spPr>
        <p:txBody>
          <a:bodyPr wrap="square" lIns="91440" tIns="45720" rIns="91440" bIns="45720" rtlCol="0" anchor="ctr"/>
          <a:lstStyle/>
          <a:p>
            <a:pPr marL="0" indent="0" algn="r">
              <a:buNone/>
            </a:pPr>
            <a:r>
              <a:rPr lang="en-US" sz="3600" b="1">
                <a:solidFill>
                  <a:srgbClr val="00B4D8"/>
                </a:solidFill>
                <a:latin typeface="Calibri"/>
                <a:ea typeface="Calibri"/>
                <a:cs typeface="Calibri"/>
              </a:rPr>
              <a:t>03</a:t>
            </a:r>
            <a:endParaRPr lang="en-US" sz="3600"/>
          </a:p>
        </p:txBody>
      </p:sp>
      <p:sp>
        <p:nvSpPr>
          <p:cNvPr id="5" name="Text 3">
            <a:extLst>
              <a:ext uri="{FF2B5EF4-FFF2-40B4-BE49-F238E27FC236}">
                <a16:creationId xmlns:a16="http://schemas.microsoft.com/office/drawing/2014/main" id="{86296C44-F192-BE03-E581-11421FE46DC2}"/>
              </a:ext>
            </a:extLst>
          </p:cNvPr>
          <p:cNvSpPr/>
          <p:nvPr/>
        </p:nvSpPr>
        <p:spPr>
          <a:xfrm>
            <a:off x="365760" y="1005840"/>
            <a:ext cx="4114800" cy="365760"/>
          </a:xfrm>
          <a:prstGeom prst="rect">
            <a:avLst/>
          </a:prstGeom>
          <a:noFill/>
          <a:ln/>
        </p:spPr>
        <p:txBody>
          <a:bodyPr wrap="square" lIns="91440" tIns="45720" rIns="91440" bIns="45720" rtlCol="0" anchor="ctr"/>
          <a:lstStyle/>
          <a:p>
            <a:r>
              <a:rPr lang="en-US" sz="1500" b="1">
                <a:solidFill>
                  <a:srgbClr val="00B4D8"/>
                </a:solidFill>
                <a:ea typeface="Calibri"/>
                <a:cs typeface="Calibri"/>
              </a:rPr>
              <a:t>What is a Lora Hat</a:t>
            </a:r>
          </a:p>
        </p:txBody>
      </p:sp>
      <p:sp>
        <p:nvSpPr>
          <p:cNvPr id="25" name="Text 23">
            <a:extLst>
              <a:ext uri="{FF2B5EF4-FFF2-40B4-BE49-F238E27FC236}">
                <a16:creationId xmlns:a16="http://schemas.microsoft.com/office/drawing/2014/main" id="{173C1DA8-7EE1-AE11-BBCC-5A3436813124}"/>
              </a:ext>
            </a:extLst>
          </p:cNvPr>
          <p:cNvSpPr/>
          <p:nvPr/>
        </p:nvSpPr>
        <p:spPr>
          <a:xfrm>
            <a:off x="4846320" y="1005840"/>
            <a:ext cx="3931920" cy="365760"/>
          </a:xfrm>
          <a:prstGeom prst="rect">
            <a:avLst/>
          </a:prstGeom>
          <a:noFill/>
          <a:ln/>
        </p:spPr>
        <p:txBody>
          <a:bodyPr wrap="square" lIns="91440" tIns="45720" rIns="91440" bIns="45720" rtlCol="0" anchor="ctr"/>
          <a:lstStyle/>
          <a:p>
            <a:r>
              <a:rPr lang="en-US" sz="1500" b="1">
                <a:solidFill>
                  <a:srgbClr val="00B4D8"/>
                </a:solidFill>
                <a:ea typeface="Calibri"/>
                <a:cs typeface="Calibri"/>
              </a:rPr>
              <a:t>Why </a:t>
            </a:r>
            <a:r>
              <a:rPr lang="en-US" sz="1500" b="1" err="1">
                <a:solidFill>
                  <a:srgbClr val="00B4D8"/>
                </a:solidFill>
                <a:ea typeface="Calibri"/>
                <a:cs typeface="Calibri"/>
              </a:rPr>
              <a:t>LoR</a:t>
            </a:r>
            <a:r>
              <a:rPr lang="en-US" sz="1500" b="1">
                <a:solidFill>
                  <a:srgbClr val="00B4D8"/>
                </a:solidFill>
                <a:ea typeface="Calibri"/>
                <a:cs typeface="Calibri"/>
              </a:rPr>
              <a:t>a Matters for our IoT</a:t>
            </a:r>
          </a:p>
        </p:txBody>
      </p:sp>
      <p:sp>
        <p:nvSpPr>
          <p:cNvPr id="26" name="Text 24">
            <a:extLst>
              <a:ext uri="{FF2B5EF4-FFF2-40B4-BE49-F238E27FC236}">
                <a16:creationId xmlns:a16="http://schemas.microsoft.com/office/drawing/2014/main" id="{7DC44C09-CE31-9B29-322B-D40618C1A88F}"/>
              </a:ext>
            </a:extLst>
          </p:cNvPr>
          <p:cNvSpPr/>
          <p:nvPr/>
        </p:nvSpPr>
        <p:spPr>
          <a:xfrm>
            <a:off x="4846320" y="1371600"/>
            <a:ext cx="3931920" cy="365760"/>
          </a:xfrm>
          <a:prstGeom prst="rect">
            <a:avLst/>
          </a:prstGeom>
          <a:noFill/>
          <a:ln/>
        </p:spPr>
        <p:txBody>
          <a:bodyPr wrap="square" lIns="91440" tIns="45720" rIns="91440" bIns="45720" rtlCol="0" anchor="ctr"/>
          <a:lstStyle/>
          <a:p>
            <a:pPr marL="0" indent="0">
              <a:buNone/>
            </a:pPr>
            <a:endParaRPr lang="en-US" sz="1000">
              <a:solidFill>
                <a:srgbClr val="8EAFC0"/>
              </a:solidFill>
              <a:ea typeface="Calibri"/>
              <a:cs typeface="Calibri"/>
            </a:endParaRPr>
          </a:p>
        </p:txBody>
      </p:sp>
      <p:sp>
        <p:nvSpPr>
          <p:cNvPr id="51" name="TextBox 50">
            <a:extLst>
              <a:ext uri="{FF2B5EF4-FFF2-40B4-BE49-F238E27FC236}">
                <a16:creationId xmlns:a16="http://schemas.microsoft.com/office/drawing/2014/main" id="{E99D8431-64E9-9B02-B638-E7350BFEC448}"/>
              </a:ext>
            </a:extLst>
          </p:cNvPr>
          <p:cNvSpPr txBox="1"/>
          <p:nvPr/>
        </p:nvSpPr>
        <p:spPr>
          <a:xfrm>
            <a:off x="242106" y="1371601"/>
            <a:ext cx="3824126" cy="289310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Font typeface="Arial"/>
              <a:buChar char="•"/>
            </a:pPr>
            <a:r>
              <a:rPr lang="en-US" sz="1400">
                <a:solidFill>
                  <a:schemeClr val="bg1"/>
                </a:solidFill>
                <a:ea typeface="+mn-lt"/>
                <a:cs typeface="+mn-lt"/>
              </a:rPr>
              <a:t>LoRa = </a:t>
            </a:r>
            <a:r>
              <a:rPr lang="en-US" sz="1400" i="1">
                <a:solidFill>
                  <a:schemeClr val="bg1"/>
                </a:solidFill>
                <a:ea typeface="+mn-lt"/>
                <a:cs typeface="+mn-lt"/>
              </a:rPr>
              <a:t>Long Range</a:t>
            </a:r>
            <a:r>
              <a:rPr lang="en-US" sz="1400">
                <a:solidFill>
                  <a:schemeClr val="bg1"/>
                </a:solidFill>
                <a:ea typeface="+mn-lt"/>
                <a:cs typeface="+mn-lt"/>
              </a:rPr>
              <a:t>, low‑power wide‑area radio modulation</a:t>
            </a:r>
            <a:endParaRPr lang="en-US">
              <a:solidFill>
                <a:schemeClr val="bg1"/>
              </a:solidFill>
              <a:ea typeface="+mn-lt"/>
              <a:cs typeface="+mn-lt"/>
            </a:endParaRPr>
          </a:p>
          <a:p>
            <a:pPr>
              <a:buFont typeface="Arial"/>
              <a:buChar char="•"/>
            </a:pPr>
            <a:r>
              <a:rPr lang="en-US" sz="1400">
                <a:solidFill>
                  <a:schemeClr val="bg1"/>
                </a:solidFill>
                <a:ea typeface="+mn-lt"/>
                <a:cs typeface="+mn-lt"/>
              </a:rPr>
              <a:t>Built on </a:t>
            </a:r>
            <a:r>
              <a:rPr lang="en-US" sz="1400" b="1">
                <a:solidFill>
                  <a:schemeClr val="bg1"/>
                </a:solidFill>
                <a:ea typeface="+mn-lt"/>
                <a:cs typeface="+mn-lt"/>
              </a:rPr>
              <a:t>chirp spread spectrum</a:t>
            </a:r>
            <a:r>
              <a:rPr lang="en-US" sz="1400">
                <a:solidFill>
                  <a:schemeClr val="bg1"/>
                </a:solidFill>
                <a:ea typeface="+mn-lt"/>
                <a:cs typeface="+mn-lt"/>
              </a:rPr>
              <a:t> for long‑distance, low‑energy IoT communication</a:t>
            </a:r>
            <a:endParaRPr lang="en-US">
              <a:solidFill>
                <a:schemeClr val="bg1"/>
              </a:solidFill>
              <a:ea typeface="+mn-lt"/>
              <a:cs typeface="+mn-lt"/>
            </a:endParaRPr>
          </a:p>
          <a:p>
            <a:pPr>
              <a:buFont typeface="Arial"/>
              <a:buChar char="•"/>
            </a:pPr>
            <a:r>
              <a:rPr lang="en-US" sz="1400" err="1">
                <a:solidFill>
                  <a:schemeClr val="bg1"/>
                </a:solidFill>
                <a:ea typeface="+mn-lt"/>
                <a:cs typeface="+mn-lt"/>
              </a:rPr>
              <a:t>Optimised</a:t>
            </a:r>
            <a:r>
              <a:rPr lang="en-US" sz="1400">
                <a:solidFill>
                  <a:schemeClr val="bg1"/>
                </a:solidFill>
                <a:ea typeface="+mn-lt"/>
                <a:cs typeface="+mn-lt"/>
              </a:rPr>
              <a:t> for </a:t>
            </a:r>
            <a:r>
              <a:rPr lang="en-US" sz="1400" b="1">
                <a:solidFill>
                  <a:schemeClr val="bg1"/>
                </a:solidFill>
                <a:ea typeface="+mn-lt"/>
                <a:cs typeface="+mn-lt"/>
              </a:rPr>
              <a:t>small payloads</a:t>
            </a:r>
            <a:r>
              <a:rPr lang="en-US" sz="1400">
                <a:solidFill>
                  <a:schemeClr val="bg1"/>
                </a:solidFill>
                <a:ea typeface="+mn-lt"/>
                <a:cs typeface="+mn-lt"/>
              </a:rPr>
              <a:t>, </a:t>
            </a:r>
            <a:r>
              <a:rPr lang="en-US" sz="1400" b="1">
                <a:solidFill>
                  <a:schemeClr val="bg1"/>
                </a:solidFill>
                <a:ea typeface="+mn-lt"/>
                <a:cs typeface="+mn-lt"/>
              </a:rPr>
              <a:t>battery‑powered nodes</a:t>
            </a:r>
            <a:r>
              <a:rPr lang="en-US" sz="1400">
                <a:solidFill>
                  <a:schemeClr val="bg1"/>
                </a:solidFill>
                <a:ea typeface="+mn-lt"/>
                <a:cs typeface="+mn-lt"/>
              </a:rPr>
              <a:t>, and </a:t>
            </a:r>
            <a:r>
              <a:rPr lang="en-US" sz="1400" b="1">
                <a:solidFill>
                  <a:schemeClr val="bg1"/>
                </a:solidFill>
                <a:ea typeface="+mn-lt"/>
                <a:cs typeface="+mn-lt"/>
              </a:rPr>
              <a:t>infrastructure‑limited environments</a:t>
            </a:r>
            <a:endParaRPr lang="en-US"/>
          </a:p>
          <a:p>
            <a:pPr>
              <a:buFont typeface="Arial"/>
              <a:buChar char="•"/>
            </a:pPr>
            <a:r>
              <a:rPr lang="en-US" sz="1400">
                <a:solidFill>
                  <a:schemeClr val="bg1"/>
                </a:solidFill>
                <a:ea typeface="+mn-lt"/>
                <a:cs typeface="+mn-lt"/>
              </a:rPr>
              <a:t>Ideal for agriculture, industrial monitoring, and smart‑city deployments</a:t>
            </a:r>
            <a:endParaRPr lang="en-US"/>
          </a:p>
          <a:p>
            <a:pPr>
              <a:buFont typeface="Arial"/>
              <a:buChar char="•"/>
            </a:pPr>
            <a:r>
              <a:rPr lang="en-US" sz="1400">
                <a:solidFill>
                  <a:schemeClr val="bg1"/>
                </a:solidFill>
                <a:ea typeface="+mn-lt"/>
                <a:cs typeface="+mn-lt"/>
              </a:rPr>
              <a:t>In our system: </a:t>
            </a:r>
            <a:r>
              <a:rPr lang="en-US" sz="1400" b="1">
                <a:solidFill>
                  <a:schemeClr val="bg1"/>
                </a:solidFill>
                <a:ea typeface="+mn-lt"/>
                <a:cs typeface="+mn-lt"/>
              </a:rPr>
              <a:t>Raspberry Pi Pico W + SX1262 LoRa Hat</a:t>
            </a:r>
            <a:endParaRPr lang="en-US"/>
          </a:p>
          <a:p>
            <a:pPr>
              <a:buFont typeface="Arial"/>
              <a:buChar char="•"/>
            </a:pPr>
            <a:r>
              <a:rPr lang="en-US" sz="1400">
                <a:solidFill>
                  <a:schemeClr val="bg1"/>
                </a:solidFill>
                <a:ea typeface="+mn-lt"/>
                <a:cs typeface="+mn-lt"/>
              </a:rPr>
              <a:t>Same hardware platform as HTTP nodes → demonstrates IPS flexibility</a:t>
            </a:r>
            <a:endParaRPr lang="en-US"/>
          </a:p>
          <a:p>
            <a:pPr marL="285750" indent="-285750">
              <a:buFont typeface="Arial"/>
              <a:buChar char="•"/>
            </a:pPr>
            <a:endParaRPr lang="en-US" sz="1400">
              <a:solidFill>
                <a:schemeClr val="bg1"/>
              </a:solidFill>
              <a:ea typeface="Calibri"/>
              <a:cs typeface="Calibri"/>
            </a:endParaRPr>
          </a:p>
        </p:txBody>
      </p:sp>
      <p:sp>
        <p:nvSpPr>
          <p:cNvPr id="52" name="TextBox 51">
            <a:extLst>
              <a:ext uri="{FF2B5EF4-FFF2-40B4-BE49-F238E27FC236}">
                <a16:creationId xmlns:a16="http://schemas.microsoft.com/office/drawing/2014/main" id="{F2667BCB-9F79-F290-EB7B-D429F151D743}"/>
              </a:ext>
            </a:extLst>
          </p:cNvPr>
          <p:cNvSpPr txBox="1"/>
          <p:nvPr/>
        </p:nvSpPr>
        <p:spPr>
          <a:xfrm>
            <a:off x="4865023" y="1394719"/>
            <a:ext cx="3811928" cy="375487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Font typeface="Arial"/>
              <a:buChar char="•"/>
            </a:pPr>
            <a:r>
              <a:rPr lang="en-US" sz="1400">
                <a:solidFill>
                  <a:schemeClr val="bg1"/>
                </a:solidFill>
                <a:ea typeface="+mn-lt"/>
                <a:cs typeface="+mn-lt"/>
              </a:rPr>
              <a:t>LoRa nodes are </a:t>
            </a:r>
            <a:r>
              <a:rPr lang="en-US" sz="1400" b="1">
                <a:solidFill>
                  <a:schemeClr val="bg1"/>
                </a:solidFill>
                <a:ea typeface="+mn-lt"/>
                <a:cs typeface="+mn-lt"/>
              </a:rPr>
              <a:t>not </a:t>
            </a:r>
            <a:r>
              <a:rPr lang="en-US" sz="1400" b="1" err="1">
                <a:solidFill>
                  <a:schemeClr val="bg1"/>
                </a:solidFill>
                <a:ea typeface="+mn-lt"/>
                <a:cs typeface="+mn-lt"/>
              </a:rPr>
              <a:t>specialised</a:t>
            </a:r>
            <a:r>
              <a:rPr lang="en-US" sz="1400" b="1">
                <a:solidFill>
                  <a:schemeClr val="bg1"/>
                </a:solidFill>
                <a:ea typeface="+mn-lt"/>
                <a:cs typeface="+mn-lt"/>
              </a:rPr>
              <a:t> devices</a:t>
            </a:r>
            <a:r>
              <a:rPr lang="en-US" sz="1400">
                <a:solidFill>
                  <a:schemeClr val="bg1"/>
                </a:solidFill>
                <a:ea typeface="+mn-lt"/>
                <a:cs typeface="+mn-lt"/>
              </a:rPr>
              <a:t> — they are Pico W units using radio instead of Wi‑Fi</a:t>
            </a:r>
            <a:endParaRPr lang="en-US">
              <a:solidFill>
                <a:schemeClr val="bg1"/>
              </a:solidFill>
              <a:ea typeface="Calibri" panose="020F0502020204030204"/>
              <a:cs typeface="Calibri" panose="020F0502020204030204"/>
            </a:endParaRPr>
          </a:p>
          <a:p>
            <a:endParaRPr lang="en-US" sz="1400">
              <a:solidFill>
                <a:schemeClr val="bg1"/>
              </a:solidFill>
              <a:ea typeface="+mn-lt"/>
              <a:cs typeface="+mn-lt"/>
            </a:endParaRPr>
          </a:p>
          <a:p>
            <a:pPr>
              <a:buFont typeface="Arial"/>
              <a:buChar char="•"/>
            </a:pPr>
            <a:r>
              <a:rPr lang="en-US" sz="1400">
                <a:solidFill>
                  <a:schemeClr val="bg1"/>
                </a:solidFill>
                <a:ea typeface="+mn-lt"/>
                <a:cs typeface="+mn-lt"/>
              </a:rPr>
              <a:t>Shows that the IPS supports </a:t>
            </a:r>
            <a:r>
              <a:rPr lang="en-US" sz="1400" b="1">
                <a:solidFill>
                  <a:schemeClr val="bg1"/>
                </a:solidFill>
                <a:ea typeface="+mn-lt"/>
                <a:cs typeface="+mn-lt"/>
              </a:rPr>
              <a:t>multiple communication layers</a:t>
            </a:r>
            <a:endParaRPr lang="en-US"/>
          </a:p>
          <a:p>
            <a:pPr>
              <a:buFont typeface="Arial"/>
              <a:buChar char="•"/>
            </a:pPr>
            <a:r>
              <a:rPr lang="en-US" sz="1400">
                <a:solidFill>
                  <a:schemeClr val="bg1"/>
                </a:solidFill>
                <a:ea typeface="+mn-lt"/>
                <a:cs typeface="+mn-lt"/>
              </a:rPr>
              <a:t>Each layer (HTTP vs LoRa) introduces </a:t>
            </a:r>
            <a:r>
              <a:rPr lang="en-US" sz="1400" b="1">
                <a:solidFill>
                  <a:schemeClr val="bg1"/>
                </a:solidFill>
                <a:ea typeface="+mn-lt"/>
                <a:cs typeface="+mn-lt"/>
              </a:rPr>
              <a:t>different threat models</a:t>
            </a:r>
            <a:endParaRPr lang="en-US"/>
          </a:p>
          <a:p>
            <a:pPr>
              <a:buFont typeface="Arial"/>
              <a:buChar char="•"/>
            </a:pPr>
            <a:r>
              <a:rPr lang="en-US" sz="1400">
                <a:solidFill>
                  <a:schemeClr val="bg1"/>
                </a:solidFill>
                <a:ea typeface="+mn-lt"/>
                <a:cs typeface="+mn-lt"/>
              </a:rPr>
              <a:t>LoRa parameters used:</a:t>
            </a:r>
            <a:endParaRPr lang="en-US">
              <a:solidFill>
                <a:schemeClr val="bg1"/>
              </a:solidFill>
              <a:ea typeface="+mn-lt"/>
              <a:cs typeface="+mn-lt"/>
            </a:endParaRPr>
          </a:p>
          <a:p>
            <a:pPr>
              <a:buFont typeface="Arial"/>
              <a:buChar char="•"/>
            </a:pPr>
            <a:r>
              <a:rPr lang="en-US" sz="1400">
                <a:solidFill>
                  <a:schemeClr val="bg1"/>
                </a:solidFill>
                <a:ea typeface="+mn-lt"/>
                <a:cs typeface="+mn-lt"/>
              </a:rPr>
              <a:t>Frequency: </a:t>
            </a:r>
            <a:r>
              <a:rPr lang="en-US" sz="1400" b="1">
                <a:solidFill>
                  <a:schemeClr val="bg1"/>
                </a:solidFill>
                <a:ea typeface="+mn-lt"/>
                <a:cs typeface="+mn-lt"/>
              </a:rPr>
              <a:t>923 MHz</a:t>
            </a:r>
            <a:endParaRPr lang="en-US">
              <a:solidFill>
                <a:schemeClr val="bg1"/>
              </a:solidFill>
              <a:ea typeface="Calibri" panose="020F0502020204030204"/>
              <a:cs typeface="Calibri" panose="020F0502020204030204"/>
            </a:endParaRPr>
          </a:p>
          <a:p>
            <a:pPr>
              <a:buFont typeface="Arial"/>
              <a:buChar char="•"/>
            </a:pPr>
            <a:r>
              <a:rPr lang="en-US" sz="1400">
                <a:solidFill>
                  <a:schemeClr val="bg1"/>
                </a:solidFill>
                <a:ea typeface="+mn-lt"/>
                <a:cs typeface="+mn-lt"/>
              </a:rPr>
              <a:t>Bandwidth: </a:t>
            </a:r>
            <a:r>
              <a:rPr lang="en-US" sz="1400" b="1">
                <a:solidFill>
                  <a:schemeClr val="bg1"/>
                </a:solidFill>
                <a:ea typeface="+mn-lt"/>
                <a:cs typeface="+mn-lt"/>
              </a:rPr>
              <a:t>125 kHz</a:t>
            </a:r>
            <a:endParaRPr lang="en-US"/>
          </a:p>
          <a:p>
            <a:pPr>
              <a:buFont typeface="Arial"/>
              <a:buChar char="•"/>
            </a:pPr>
            <a:r>
              <a:rPr lang="en-US" sz="1400">
                <a:solidFill>
                  <a:schemeClr val="bg1"/>
                </a:solidFill>
                <a:ea typeface="+mn-lt"/>
                <a:cs typeface="+mn-lt"/>
              </a:rPr>
              <a:t>Spreading Factor: </a:t>
            </a:r>
            <a:r>
              <a:rPr lang="en-US" sz="1400" b="1">
                <a:solidFill>
                  <a:schemeClr val="bg1"/>
                </a:solidFill>
                <a:ea typeface="+mn-lt"/>
                <a:cs typeface="+mn-lt"/>
              </a:rPr>
              <a:t>SF9</a:t>
            </a:r>
            <a:endParaRPr lang="en-US"/>
          </a:p>
          <a:p>
            <a:pPr>
              <a:buFont typeface="Arial"/>
              <a:buChar char="•"/>
            </a:pPr>
            <a:r>
              <a:rPr lang="en-US" sz="1400">
                <a:solidFill>
                  <a:schemeClr val="bg1"/>
                </a:solidFill>
                <a:ea typeface="+mn-lt"/>
                <a:cs typeface="+mn-lt"/>
              </a:rPr>
              <a:t>Coding Rate: </a:t>
            </a:r>
            <a:r>
              <a:rPr lang="en-US" sz="1400" b="1">
                <a:solidFill>
                  <a:schemeClr val="bg1"/>
                </a:solidFill>
                <a:ea typeface="+mn-lt"/>
                <a:cs typeface="+mn-lt"/>
              </a:rPr>
              <a:t>4/8</a:t>
            </a:r>
            <a:endParaRPr lang="en-US"/>
          </a:p>
          <a:p>
            <a:pPr>
              <a:buFont typeface="Arial"/>
              <a:buChar char="•"/>
            </a:pPr>
            <a:r>
              <a:rPr lang="en-US" sz="1400">
                <a:solidFill>
                  <a:schemeClr val="bg1"/>
                </a:solidFill>
                <a:ea typeface="+mn-lt"/>
                <a:cs typeface="+mn-lt"/>
              </a:rPr>
              <a:t>Sync Word: </a:t>
            </a:r>
            <a:r>
              <a:rPr lang="en-US" sz="1400" b="1">
                <a:solidFill>
                  <a:schemeClr val="bg1"/>
                </a:solidFill>
                <a:ea typeface="+mn-lt"/>
                <a:cs typeface="+mn-lt"/>
              </a:rPr>
              <a:t>0x12</a:t>
            </a:r>
            <a:endParaRPr lang="en-US"/>
          </a:p>
          <a:p>
            <a:pPr>
              <a:buFont typeface="Arial"/>
              <a:buChar char="•"/>
            </a:pPr>
            <a:r>
              <a:rPr lang="en-US" sz="1400">
                <a:solidFill>
                  <a:schemeClr val="bg1"/>
                </a:solidFill>
                <a:ea typeface="+mn-lt"/>
                <a:cs typeface="+mn-lt"/>
              </a:rPr>
              <a:t>Hardware CRC provides integrity but </a:t>
            </a:r>
            <a:r>
              <a:rPr lang="en-US" sz="1400" b="1">
                <a:solidFill>
                  <a:schemeClr val="bg1"/>
                </a:solidFill>
                <a:ea typeface="+mn-lt"/>
                <a:cs typeface="+mn-lt"/>
              </a:rPr>
              <a:t>no authentication</a:t>
            </a:r>
            <a:r>
              <a:rPr lang="en-US" sz="1400">
                <a:solidFill>
                  <a:schemeClr val="bg1"/>
                </a:solidFill>
                <a:ea typeface="+mn-lt"/>
                <a:cs typeface="+mn-lt"/>
              </a:rPr>
              <a:t> → intentional realism</a:t>
            </a:r>
            <a:endParaRPr lang="en-US"/>
          </a:p>
          <a:p>
            <a:pPr marL="285750" indent="-285750">
              <a:buFont typeface="Arial"/>
              <a:buChar char="•"/>
            </a:pPr>
            <a:endParaRPr lang="en-US" sz="1400">
              <a:solidFill>
                <a:schemeClr val="bg1"/>
              </a:solidFill>
              <a:ea typeface="Calibri"/>
              <a:cs typeface="Calibri"/>
            </a:endParaRPr>
          </a:p>
          <a:p>
            <a:endParaRPr lang="en-US" sz="1400">
              <a:solidFill>
                <a:schemeClr val="bg1"/>
              </a:solidFill>
              <a:ea typeface="Calibri"/>
              <a:cs typeface="Calibri"/>
            </a:endParaRPr>
          </a:p>
        </p:txBody>
      </p:sp>
      <p:pic>
        <p:nvPicPr>
          <p:cNvPr id="53" name="Picture 52" descr="A green circuit board with yellow and black wires&#10;&#10;AI-generated content may be incorrect.">
            <a:extLst>
              <a:ext uri="{FF2B5EF4-FFF2-40B4-BE49-F238E27FC236}">
                <a16:creationId xmlns:a16="http://schemas.microsoft.com/office/drawing/2014/main" id="{598BB350-71B0-A2BB-E978-2289A8CA8CC7}"/>
              </a:ext>
            </a:extLst>
          </p:cNvPr>
          <p:cNvPicPr>
            <a:picLocks noChangeAspect="1"/>
          </p:cNvPicPr>
          <p:nvPr/>
        </p:nvPicPr>
        <p:blipFill>
          <a:blip r:embed="rId3"/>
          <a:stretch>
            <a:fillRect/>
          </a:stretch>
        </p:blipFill>
        <p:spPr>
          <a:xfrm rot="16200000">
            <a:off x="2870106" y="3769377"/>
            <a:ext cx="983317" cy="1395135"/>
          </a:xfrm>
          <a:prstGeom prst="rect">
            <a:avLst/>
          </a:prstGeom>
        </p:spPr>
      </p:pic>
      <p:pic>
        <p:nvPicPr>
          <p:cNvPr id="54" name="Picture 53" descr="A close up of a circuit board&#10;&#10;AI-generated content may be incorrect.">
            <a:extLst>
              <a:ext uri="{FF2B5EF4-FFF2-40B4-BE49-F238E27FC236}">
                <a16:creationId xmlns:a16="http://schemas.microsoft.com/office/drawing/2014/main" id="{F006AEB5-31AE-3450-49FF-257D92CAEFBA}"/>
              </a:ext>
            </a:extLst>
          </p:cNvPr>
          <p:cNvPicPr>
            <a:picLocks noChangeAspect="1"/>
          </p:cNvPicPr>
          <p:nvPr/>
        </p:nvPicPr>
        <p:blipFill>
          <a:blip r:embed="rId4"/>
          <a:stretch>
            <a:fillRect/>
          </a:stretch>
        </p:blipFill>
        <p:spPr>
          <a:xfrm>
            <a:off x="613523" y="4119488"/>
            <a:ext cx="1554819" cy="837788"/>
          </a:xfrm>
          <a:prstGeom prst="rect">
            <a:avLst/>
          </a:prstGeom>
        </p:spPr>
      </p:pic>
    </p:spTree>
    <p:extLst>
      <p:ext uri="{BB962C8B-B14F-4D97-AF65-F5344CB8AC3E}">
        <p14:creationId xmlns:p14="http://schemas.microsoft.com/office/powerpoint/2010/main" val="3016833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4">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B4F72"/>
          </a:solidFill>
          <a:ln/>
        </p:spPr>
        <p:txBody>
          <a:bodyPr/>
          <a:lstStyle/>
          <a:p>
            <a:endParaRPr lang="en-US"/>
          </a:p>
        </p:txBody>
      </p:sp>
      <p:sp>
        <p:nvSpPr>
          <p:cNvPr id="3" name="Text 1"/>
          <p:cNvSpPr/>
          <p:nvPr/>
        </p:nvSpPr>
        <p:spPr>
          <a:xfrm>
            <a:off x="457200" y="0"/>
            <a:ext cx="8229600" cy="914400"/>
          </a:xfrm>
          <a:prstGeom prst="rect">
            <a:avLst/>
          </a:prstGeom>
          <a:noFill/>
          <a:ln/>
        </p:spPr>
        <p:txBody>
          <a:bodyPr wrap="square" rtlCol="0" anchor="ctr"/>
          <a:lstStyle/>
          <a:p>
            <a:pPr marL="0" indent="0" algn="l">
              <a:buNone/>
            </a:pPr>
            <a:r>
              <a:rPr lang="en-US" sz="2800" b="1">
                <a:solidFill>
                  <a:srgbClr val="FFFFFF"/>
                </a:solidFill>
                <a:latin typeface="Calibri" pitchFamily="34" charset="0"/>
                <a:ea typeface="Calibri" pitchFamily="34" charset="-122"/>
                <a:cs typeface="Calibri" pitchFamily="34" charset="-120"/>
              </a:rPr>
              <a:t>LoRa Implementation</a:t>
            </a:r>
            <a:endParaRPr lang="en-US" sz="2800"/>
          </a:p>
        </p:txBody>
      </p:sp>
      <p:sp>
        <p:nvSpPr>
          <p:cNvPr id="4" name="Text 2"/>
          <p:cNvSpPr/>
          <p:nvPr/>
        </p:nvSpPr>
        <p:spPr>
          <a:xfrm>
            <a:off x="8046720" y="0"/>
            <a:ext cx="822960" cy="914400"/>
          </a:xfrm>
          <a:prstGeom prst="rect">
            <a:avLst/>
          </a:prstGeom>
          <a:noFill/>
          <a:ln/>
        </p:spPr>
        <p:txBody>
          <a:bodyPr wrap="square" lIns="91440" tIns="45720" rIns="91440" bIns="45720" rtlCol="0" anchor="ctr"/>
          <a:lstStyle/>
          <a:p>
            <a:pPr marL="0" indent="0" algn="r">
              <a:buNone/>
            </a:pPr>
            <a:r>
              <a:rPr lang="en-US" sz="3600" b="1">
                <a:solidFill>
                  <a:srgbClr val="00B4D8"/>
                </a:solidFill>
                <a:latin typeface="Calibri"/>
                <a:ea typeface="Calibri"/>
                <a:cs typeface="Calibri"/>
              </a:rPr>
              <a:t>04</a:t>
            </a:r>
            <a:endParaRPr lang="en-US" sz="3600"/>
          </a:p>
        </p:txBody>
      </p:sp>
      <p:sp>
        <p:nvSpPr>
          <p:cNvPr id="5" name="Text 3"/>
          <p:cNvSpPr/>
          <p:nvPr/>
        </p:nvSpPr>
        <p:spPr>
          <a:xfrm>
            <a:off x="365760" y="1005840"/>
            <a:ext cx="4114800" cy="365760"/>
          </a:xfrm>
          <a:prstGeom prst="rect">
            <a:avLst/>
          </a:prstGeom>
          <a:noFill/>
          <a:ln/>
        </p:spPr>
        <p:txBody>
          <a:bodyPr wrap="square" rtlCol="0" anchor="ctr"/>
          <a:lstStyle/>
          <a:p>
            <a:pPr marL="0" indent="0">
              <a:buNone/>
            </a:pPr>
            <a:r>
              <a:rPr lang="en-US" sz="1500" b="1">
                <a:solidFill>
                  <a:srgbClr val="00B4D8"/>
                </a:solidFill>
                <a:latin typeface="Calibri" pitchFamily="34" charset="0"/>
                <a:ea typeface="Calibri" pitchFamily="34" charset="-122"/>
                <a:cs typeface="Calibri" pitchFamily="34" charset="-120"/>
              </a:rPr>
              <a:t>Data Pipeline</a:t>
            </a:r>
            <a:endParaRPr lang="en-US" sz="1500"/>
          </a:p>
        </p:txBody>
      </p:sp>
      <p:sp>
        <p:nvSpPr>
          <p:cNvPr id="6" name="Shape 4"/>
          <p:cNvSpPr/>
          <p:nvPr/>
        </p:nvSpPr>
        <p:spPr>
          <a:xfrm>
            <a:off x="365760" y="1463040"/>
            <a:ext cx="347472" cy="347472"/>
          </a:xfrm>
          <a:prstGeom prst="rect">
            <a:avLst/>
          </a:prstGeom>
          <a:solidFill>
            <a:srgbClr val="00B4D8"/>
          </a:solidFill>
          <a:ln/>
        </p:spPr>
        <p:txBody>
          <a:bodyPr/>
          <a:lstStyle/>
          <a:p>
            <a:endParaRPr lang="en-US"/>
          </a:p>
        </p:txBody>
      </p:sp>
      <p:sp>
        <p:nvSpPr>
          <p:cNvPr id="7" name="Text 5"/>
          <p:cNvSpPr/>
          <p:nvPr/>
        </p:nvSpPr>
        <p:spPr>
          <a:xfrm>
            <a:off x="365760" y="1463040"/>
            <a:ext cx="347472" cy="347472"/>
          </a:xfrm>
          <a:prstGeom prst="rect">
            <a:avLst/>
          </a:prstGeom>
          <a:noFill/>
          <a:ln/>
        </p:spPr>
        <p:txBody>
          <a:bodyPr wrap="square" rtlCol="0" anchor="ctr"/>
          <a:lstStyle/>
          <a:p>
            <a:pPr marL="0" indent="0" algn="ctr">
              <a:buNone/>
            </a:pPr>
            <a:r>
              <a:rPr lang="en-US" sz="1300" b="1">
                <a:solidFill>
                  <a:srgbClr val="0D1B2A"/>
                </a:solidFill>
                <a:latin typeface="Calibri" pitchFamily="34" charset="0"/>
                <a:ea typeface="Calibri" pitchFamily="34" charset="-122"/>
                <a:cs typeface="Calibri" pitchFamily="34" charset="-120"/>
              </a:rPr>
              <a:t>1</a:t>
            </a:r>
            <a:endParaRPr lang="en-US" sz="1300"/>
          </a:p>
        </p:txBody>
      </p:sp>
      <p:sp>
        <p:nvSpPr>
          <p:cNvPr id="8" name="Text 6"/>
          <p:cNvSpPr/>
          <p:nvPr/>
        </p:nvSpPr>
        <p:spPr>
          <a:xfrm>
            <a:off x="804672" y="1463040"/>
            <a:ext cx="3657600" cy="201168"/>
          </a:xfrm>
          <a:prstGeom prst="rect">
            <a:avLst/>
          </a:prstGeom>
          <a:noFill/>
          <a:ln/>
        </p:spPr>
        <p:txBody>
          <a:bodyPr wrap="square" lIns="0" tIns="0" rIns="0" bIns="0" rtlCol="0" anchor="ctr"/>
          <a:lstStyle/>
          <a:p>
            <a:pPr marL="0" indent="0">
              <a:buNone/>
            </a:pPr>
            <a:r>
              <a:rPr lang="en-US" sz="1100" b="1">
                <a:solidFill>
                  <a:srgbClr val="FFFFFF"/>
                </a:solidFill>
                <a:latin typeface="Calibri" pitchFamily="34" charset="0"/>
                <a:ea typeface="Calibri" pitchFamily="34" charset="-122"/>
                <a:cs typeface="Calibri" pitchFamily="34" charset="-120"/>
              </a:rPr>
              <a:t>Transmitter Pico</a:t>
            </a:r>
            <a:endParaRPr lang="en-US" sz="1100"/>
          </a:p>
        </p:txBody>
      </p:sp>
      <p:sp>
        <p:nvSpPr>
          <p:cNvPr id="9" name="Text 7"/>
          <p:cNvSpPr/>
          <p:nvPr/>
        </p:nvSpPr>
        <p:spPr>
          <a:xfrm>
            <a:off x="804672" y="1664208"/>
            <a:ext cx="3657600" cy="347472"/>
          </a:xfrm>
          <a:prstGeom prst="rect">
            <a:avLst/>
          </a:prstGeom>
          <a:noFill/>
          <a:ln/>
        </p:spPr>
        <p:txBody>
          <a:bodyPr wrap="square" lIns="0" tIns="0" rIns="0" bIns="0" rtlCol="0" anchor="ctr"/>
          <a:lstStyle/>
          <a:p>
            <a:pPr marL="0" indent="0">
              <a:buNone/>
            </a:pPr>
            <a:r>
              <a:rPr lang="en-US" sz="900">
                <a:solidFill>
                  <a:srgbClr val="8EAFC0"/>
                </a:solidFill>
                <a:latin typeface="Calibri" pitchFamily="34" charset="0"/>
                <a:ea typeface="Calibri" pitchFamily="34" charset="-122"/>
                <a:cs typeface="Calibri" pitchFamily="34" charset="-120"/>
              </a:rPr>
              <a:t>Sends LoRa packets every 10s (normal) or 0.5s burst (attack). Payload includes ID, TS, M label</a:t>
            </a:r>
            <a:endParaRPr lang="en-US" sz="900"/>
          </a:p>
        </p:txBody>
      </p:sp>
      <p:sp>
        <p:nvSpPr>
          <p:cNvPr id="10" name="Shape 8"/>
          <p:cNvSpPr/>
          <p:nvPr/>
        </p:nvSpPr>
        <p:spPr>
          <a:xfrm>
            <a:off x="534924" y="1810512"/>
            <a:ext cx="0" cy="274320"/>
          </a:xfrm>
          <a:prstGeom prst="line">
            <a:avLst/>
          </a:prstGeom>
          <a:noFill/>
          <a:ln w="19050">
            <a:solidFill>
              <a:srgbClr val="00B4D8"/>
            </a:solidFill>
            <a:prstDash val="solid"/>
          </a:ln>
        </p:spPr>
        <p:txBody>
          <a:bodyPr/>
          <a:lstStyle/>
          <a:p>
            <a:endParaRPr lang="en-US"/>
          </a:p>
        </p:txBody>
      </p:sp>
      <p:sp>
        <p:nvSpPr>
          <p:cNvPr id="11" name="Shape 9"/>
          <p:cNvSpPr/>
          <p:nvPr/>
        </p:nvSpPr>
        <p:spPr>
          <a:xfrm>
            <a:off x="365760" y="2267712"/>
            <a:ext cx="347472" cy="347472"/>
          </a:xfrm>
          <a:prstGeom prst="rect">
            <a:avLst/>
          </a:prstGeom>
          <a:solidFill>
            <a:srgbClr val="00B4D8"/>
          </a:solidFill>
          <a:ln/>
        </p:spPr>
        <p:txBody>
          <a:bodyPr/>
          <a:lstStyle/>
          <a:p>
            <a:endParaRPr lang="en-US"/>
          </a:p>
        </p:txBody>
      </p:sp>
      <p:sp>
        <p:nvSpPr>
          <p:cNvPr id="12" name="Text 10"/>
          <p:cNvSpPr/>
          <p:nvPr/>
        </p:nvSpPr>
        <p:spPr>
          <a:xfrm>
            <a:off x="365760" y="2267712"/>
            <a:ext cx="347472" cy="347472"/>
          </a:xfrm>
          <a:prstGeom prst="rect">
            <a:avLst/>
          </a:prstGeom>
          <a:noFill/>
          <a:ln/>
        </p:spPr>
        <p:txBody>
          <a:bodyPr wrap="square" rtlCol="0" anchor="ctr"/>
          <a:lstStyle/>
          <a:p>
            <a:pPr marL="0" indent="0" algn="ctr">
              <a:buNone/>
            </a:pPr>
            <a:r>
              <a:rPr lang="en-US" sz="1300" b="1">
                <a:solidFill>
                  <a:srgbClr val="0D1B2A"/>
                </a:solidFill>
                <a:latin typeface="Calibri" pitchFamily="34" charset="0"/>
                <a:ea typeface="Calibri" pitchFamily="34" charset="-122"/>
                <a:cs typeface="Calibri" pitchFamily="34" charset="-120"/>
              </a:rPr>
              <a:t>2</a:t>
            </a:r>
            <a:endParaRPr lang="en-US" sz="1300"/>
          </a:p>
        </p:txBody>
      </p:sp>
      <p:sp>
        <p:nvSpPr>
          <p:cNvPr id="13" name="Text 11"/>
          <p:cNvSpPr/>
          <p:nvPr/>
        </p:nvSpPr>
        <p:spPr>
          <a:xfrm>
            <a:off x="804672" y="2267712"/>
            <a:ext cx="3657600" cy="201168"/>
          </a:xfrm>
          <a:prstGeom prst="rect">
            <a:avLst/>
          </a:prstGeom>
          <a:noFill/>
          <a:ln/>
        </p:spPr>
        <p:txBody>
          <a:bodyPr wrap="square" lIns="0" tIns="0" rIns="0" bIns="0" rtlCol="0" anchor="ctr"/>
          <a:lstStyle/>
          <a:p>
            <a:pPr marL="0" indent="0">
              <a:buNone/>
            </a:pPr>
            <a:r>
              <a:rPr lang="en-US" sz="1100" b="1">
                <a:solidFill>
                  <a:srgbClr val="FFFFFF"/>
                </a:solidFill>
                <a:latin typeface="Calibri" pitchFamily="34" charset="0"/>
                <a:ea typeface="Calibri" pitchFamily="34" charset="-122"/>
                <a:cs typeface="Calibri" pitchFamily="34" charset="-120"/>
              </a:rPr>
              <a:t>Receiver Pico</a:t>
            </a:r>
            <a:endParaRPr lang="en-US" sz="1100"/>
          </a:p>
        </p:txBody>
      </p:sp>
      <p:sp>
        <p:nvSpPr>
          <p:cNvPr id="14" name="Text 12"/>
          <p:cNvSpPr/>
          <p:nvPr/>
        </p:nvSpPr>
        <p:spPr>
          <a:xfrm>
            <a:off x="804672" y="2468880"/>
            <a:ext cx="3657600" cy="347472"/>
          </a:xfrm>
          <a:prstGeom prst="rect">
            <a:avLst/>
          </a:prstGeom>
          <a:noFill/>
          <a:ln/>
        </p:spPr>
        <p:txBody>
          <a:bodyPr wrap="square" lIns="0" tIns="0" rIns="0" bIns="0" rtlCol="0" anchor="ctr"/>
          <a:lstStyle/>
          <a:p>
            <a:pPr marL="0" indent="0">
              <a:buNone/>
            </a:pPr>
            <a:r>
              <a:rPr lang="en-US" sz="900">
                <a:solidFill>
                  <a:srgbClr val="8EAFC0"/>
                </a:solidFill>
                <a:latin typeface="Calibri" pitchFamily="34" charset="0"/>
                <a:ea typeface="Calibri" pitchFamily="34" charset="-122"/>
                <a:cs typeface="Calibri" pitchFamily="34" charset="-120"/>
              </a:rPr>
              <a:t>Captures via SX1262. Reads RSSI, SNR, computes DT (inter-packet interval)</a:t>
            </a:r>
            <a:endParaRPr lang="en-US" sz="900"/>
          </a:p>
        </p:txBody>
      </p:sp>
      <p:sp>
        <p:nvSpPr>
          <p:cNvPr id="15" name="Shape 13"/>
          <p:cNvSpPr/>
          <p:nvPr/>
        </p:nvSpPr>
        <p:spPr>
          <a:xfrm>
            <a:off x="534924" y="2615184"/>
            <a:ext cx="0" cy="274320"/>
          </a:xfrm>
          <a:prstGeom prst="line">
            <a:avLst/>
          </a:prstGeom>
          <a:noFill/>
          <a:ln w="19050">
            <a:solidFill>
              <a:srgbClr val="00B4D8"/>
            </a:solidFill>
            <a:prstDash val="solid"/>
          </a:ln>
        </p:spPr>
        <p:txBody>
          <a:bodyPr/>
          <a:lstStyle/>
          <a:p>
            <a:endParaRPr lang="en-US"/>
          </a:p>
        </p:txBody>
      </p:sp>
      <p:sp>
        <p:nvSpPr>
          <p:cNvPr id="16" name="Shape 14"/>
          <p:cNvSpPr/>
          <p:nvPr/>
        </p:nvSpPr>
        <p:spPr>
          <a:xfrm>
            <a:off x="365760" y="3072384"/>
            <a:ext cx="347472" cy="347472"/>
          </a:xfrm>
          <a:prstGeom prst="rect">
            <a:avLst/>
          </a:prstGeom>
          <a:solidFill>
            <a:srgbClr val="00B4D8"/>
          </a:solidFill>
          <a:ln/>
        </p:spPr>
        <p:txBody>
          <a:bodyPr/>
          <a:lstStyle/>
          <a:p>
            <a:endParaRPr lang="en-US"/>
          </a:p>
        </p:txBody>
      </p:sp>
      <p:sp>
        <p:nvSpPr>
          <p:cNvPr id="17" name="Text 15"/>
          <p:cNvSpPr/>
          <p:nvPr/>
        </p:nvSpPr>
        <p:spPr>
          <a:xfrm>
            <a:off x="365760" y="3072384"/>
            <a:ext cx="347472" cy="347472"/>
          </a:xfrm>
          <a:prstGeom prst="rect">
            <a:avLst/>
          </a:prstGeom>
          <a:noFill/>
          <a:ln/>
        </p:spPr>
        <p:txBody>
          <a:bodyPr wrap="square" rtlCol="0" anchor="ctr"/>
          <a:lstStyle/>
          <a:p>
            <a:pPr marL="0" indent="0" algn="ctr">
              <a:buNone/>
            </a:pPr>
            <a:r>
              <a:rPr lang="en-US" sz="1300" b="1">
                <a:solidFill>
                  <a:srgbClr val="0D1B2A"/>
                </a:solidFill>
                <a:latin typeface="Calibri" pitchFamily="34" charset="0"/>
                <a:ea typeface="Calibri" pitchFamily="34" charset="-122"/>
                <a:cs typeface="Calibri" pitchFamily="34" charset="-120"/>
              </a:rPr>
              <a:t>3</a:t>
            </a:r>
            <a:endParaRPr lang="en-US" sz="1300"/>
          </a:p>
        </p:txBody>
      </p:sp>
      <p:sp>
        <p:nvSpPr>
          <p:cNvPr id="18" name="Text 16"/>
          <p:cNvSpPr/>
          <p:nvPr/>
        </p:nvSpPr>
        <p:spPr>
          <a:xfrm>
            <a:off x="804672" y="3072384"/>
            <a:ext cx="3657600" cy="201168"/>
          </a:xfrm>
          <a:prstGeom prst="rect">
            <a:avLst/>
          </a:prstGeom>
          <a:noFill/>
          <a:ln/>
        </p:spPr>
        <p:txBody>
          <a:bodyPr wrap="square" lIns="0" tIns="0" rIns="0" bIns="0" rtlCol="0" anchor="ctr"/>
          <a:lstStyle/>
          <a:p>
            <a:pPr marL="0" indent="0">
              <a:buNone/>
            </a:pPr>
            <a:r>
              <a:rPr lang="en-US" sz="1100" b="1">
                <a:solidFill>
                  <a:srgbClr val="FFFFFF"/>
                </a:solidFill>
                <a:latin typeface="Calibri" pitchFamily="34" charset="0"/>
                <a:ea typeface="Calibri" pitchFamily="34" charset="-122"/>
                <a:cs typeface="Calibri" pitchFamily="34" charset="-120"/>
              </a:rPr>
              <a:t>HTTP Forward</a:t>
            </a:r>
            <a:endParaRPr lang="en-US" sz="1100"/>
          </a:p>
        </p:txBody>
      </p:sp>
      <p:sp>
        <p:nvSpPr>
          <p:cNvPr id="19" name="Text 17"/>
          <p:cNvSpPr/>
          <p:nvPr/>
        </p:nvSpPr>
        <p:spPr>
          <a:xfrm>
            <a:off x="804672" y="3273552"/>
            <a:ext cx="3657600" cy="347472"/>
          </a:xfrm>
          <a:prstGeom prst="rect">
            <a:avLst/>
          </a:prstGeom>
          <a:noFill/>
          <a:ln/>
        </p:spPr>
        <p:txBody>
          <a:bodyPr wrap="square" lIns="0" tIns="0" rIns="0" bIns="0" rtlCol="0" anchor="ctr"/>
          <a:lstStyle/>
          <a:p>
            <a:pPr marL="0" indent="0">
              <a:buNone/>
            </a:pPr>
            <a:r>
              <a:rPr lang="en-US" sz="900">
                <a:solidFill>
                  <a:srgbClr val="8EAFC0"/>
                </a:solidFill>
                <a:latin typeface="Calibri" pitchFamily="34" charset="0"/>
                <a:ea typeface="Calibri" pitchFamily="34" charset="-122"/>
                <a:cs typeface="Calibri" pitchFamily="34" charset="-120"/>
              </a:rPr>
              <a:t>Receiver POSTs JSON to Pi /lora endpoint via urequests on the Wi-Fi network</a:t>
            </a:r>
            <a:endParaRPr lang="en-US" sz="900"/>
          </a:p>
        </p:txBody>
      </p:sp>
      <p:sp>
        <p:nvSpPr>
          <p:cNvPr id="20" name="Shape 18"/>
          <p:cNvSpPr/>
          <p:nvPr/>
        </p:nvSpPr>
        <p:spPr>
          <a:xfrm>
            <a:off x="534924" y="3419856"/>
            <a:ext cx="0" cy="274320"/>
          </a:xfrm>
          <a:prstGeom prst="line">
            <a:avLst/>
          </a:prstGeom>
          <a:noFill/>
          <a:ln w="19050">
            <a:solidFill>
              <a:srgbClr val="00B4D8"/>
            </a:solidFill>
            <a:prstDash val="solid"/>
          </a:ln>
        </p:spPr>
        <p:txBody>
          <a:bodyPr/>
          <a:lstStyle/>
          <a:p>
            <a:endParaRPr lang="en-US"/>
          </a:p>
        </p:txBody>
      </p:sp>
      <p:sp>
        <p:nvSpPr>
          <p:cNvPr id="21" name="Shape 19"/>
          <p:cNvSpPr/>
          <p:nvPr/>
        </p:nvSpPr>
        <p:spPr>
          <a:xfrm>
            <a:off x="365760" y="3877056"/>
            <a:ext cx="347472" cy="347472"/>
          </a:xfrm>
          <a:prstGeom prst="rect">
            <a:avLst/>
          </a:prstGeom>
          <a:solidFill>
            <a:srgbClr val="00B4D8"/>
          </a:solidFill>
          <a:ln/>
        </p:spPr>
        <p:txBody>
          <a:bodyPr/>
          <a:lstStyle/>
          <a:p>
            <a:endParaRPr lang="en-US"/>
          </a:p>
        </p:txBody>
      </p:sp>
      <p:sp>
        <p:nvSpPr>
          <p:cNvPr id="22" name="Text 20"/>
          <p:cNvSpPr/>
          <p:nvPr/>
        </p:nvSpPr>
        <p:spPr>
          <a:xfrm>
            <a:off x="365760" y="3877056"/>
            <a:ext cx="347472" cy="347472"/>
          </a:xfrm>
          <a:prstGeom prst="rect">
            <a:avLst/>
          </a:prstGeom>
          <a:noFill/>
          <a:ln/>
        </p:spPr>
        <p:txBody>
          <a:bodyPr wrap="square" rtlCol="0" anchor="ctr"/>
          <a:lstStyle/>
          <a:p>
            <a:pPr marL="0" indent="0" algn="ctr">
              <a:buNone/>
            </a:pPr>
            <a:r>
              <a:rPr lang="en-US" sz="1300" b="1">
                <a:solidFill>
                  <a:srgbClr val="0D1B2A"/>
                </a:solidFill>
                <a:latin typeface="Calibri" pitchFamily="34" charset="0"/>
                <a:ea typeface="Calibri" pitchFamily="34" charset="-122"/>
                <a:cs typeface="Calibri" pitchFamily="34" charset="-120"/>
              </a:rPr>
              <a:t>4</a:t>
            </a:r>
            <a:endParaRPr lang="en-US" sz="1300"/>
          </a:p>
        </p:txBody>
      </p:sp>
      <p:sp>
        <p:nvSpPr>
          <p:cNvPr id="23" name="Text 21"/>
          <p:cNvSpPr/>
          <p:nvPr/>
        </p:nvSpPr>
        <p:spPr>
          <a:xfrm>
            <a:off x="804672" y="3877056"/>
            <a:ext cx="3657600" cy="201168"/>
          </a:xfrm>
          <a:prstGeom prst="rect">
            <a:avLst/>
          </a:prstGeom>
          <a:noFill/>
          <a:ln/>
        </p:spPr>
        <p:txBody>
          <a:bodyPr wrap="square" lIns="0" tIns="0" rIns="0" bIns="0" rtlCol="0" anchor="ctr"/>
          <a:lstStyle/>
          <a:p>
            <a:pPr marL="0" indent="0">
              <a:buNone/>
            </a:pPr>
            <a:r>
              <a:rPr lang="en-US" sz="1100" b="1">
                <a:solidFill>
                  <a:srgbClr val="FFFFFF"/>
                </a:solidFill>
                <a:latin typeface="Calibri" pitchFamily="34" charset="0"/>
                <a:ea typeface="Calibri" pitchFamily="34" charset="-122"/>
                <a:cs typeface="Calibri" pitchFamily="34" charset="-120"/>
              </a:rPr>
              <a:t>lora_server.py</a:t>
            </a:r>
            <a:endParaRPr lang="en-US" sz="1100"/>
          </a:p>
        </p:txBody>
      </p:sp>
      <p:sp>
        <p:nvSpPr>
          <p:cNvPr id="24" name="Text 22"/>
          <p:cNvSpPr/>
          <p:nvPr/>
        </p:nvSpPr>
        <p:spPr>
          <a:xfrm>
            <a:off x="804672" y="4078224"/>
            <a:ext cx="3657600" cy="347472"/>
          </a:xfrm>
          <a:prstGeom prst="rect">
            <a:avLst/>
          </a:prstGeom>
          <a:noFill/>
          <a:ln/>
        </p:spPr>
        <p:txBody>
          <a:bodyPr wrap="square" lIns="0" tIns="0" rIns="0" bIns="0" rtlCol="0" anchor="ctr"/>
          <a:lstStyle/>
          <a:p>
            <a:pPr marL="0" indent="0">
              <a:buNone/>
            </a:pPr>
            <a:r>
              <a:rPr lang="en-US" sz="900">
                <a:solidFill>
                  <a:srgbClr val="8EAFC0"/>
                </a:solidFill>
                <a:latin typeface="Calibri" pitchFamily="34" charset="0"/>
                <a:ea typeface="Calibri" pitchFamily="34" charset="-122"/>
                <a:cs typeface="Calibri" pitchFamily="34" charset="-120"/>
              </a:rPr>
              <a:t>Pi splits into lora_normal_data.json and lora_attack_data.json by M label</a:t>
            </a:r>
            <a:endParaRPr lang="en-US" sz="900"/>
          </a:p>
        </p:txBody>
      </p:sp>
      <p:sp>
        <p:nvSpPr>
          <p:cNvPr id="25" name="Text 23"/>
          <p:cNvSpPr/>
          <p:nvPr/>
        </p:nvSpPr>
        <p:spPr>
          <a:xfrm>
            <a:off x="4846320" y="1005840"/>
            <a:ext cx="3931920" cy="365760"/>
          </a:xfrm>
          <a:prstGeom prst="rect">
            <a:avLst/>
          </a:prstGeom>
          <a:noFill/>
          <a:ln/>
        </p:spPr>
        <p:txBody>
          <a:bodyPr wrap="square" rtlCol="0" anchor="ctr"/>
          <a:lstStyle/>
          <a:p>
            <a:pPr marL="0" indent="0">
              <a:buNone/>
            </a:pPr>
            <a:r>
              <a:rPr lang="en-US" sz="1500" b="1">
                <a:solidFill>
                  <a:srgbClr val="00B4D8"/>
                </a:solidFill>
                <a:latin typeface="Calibri" pitchFamily="34" charset="0"/>
                <a:ea typeface="Calibri" pitchFamily="34" charset="-122"/>
                <a:cs typeface="Calibri" pitchFamily="34" charset="-120"/>
              </a:rPr>
              <a:t>Feature Mapping into Modules</a:t>
            </a:r>
            <a:endParaRPr lang="en-US" sz="1500"/>
          </a:p>
        </p:txBody>
      </p:sp>
      <p:sp>
        <p:nvSpPr>
          <p:cNvPr id="26" name="Text 24"/>
          <p:cNvSpPr/>
          <p:nvPr/>
        </p:nvSpPr>
        <p:spPr>
          <a:xfrm>
            <a:off x="4846320" y="1371600"/>
            <a:ext cx="3931920" cy="365760"/>
          </a:xfrm>
          <a:prstGeom prst="rect">
            <a:avLst/>
          </a:prstGeom>
          <a:noFill/>
          <a:ln/>
        </p:spPr>
        <p:txBody>
          <a:bodyPr wrap="square" rtlCol="0" anchor="ctr"/>
          <a:lstStyle/>
          <a:p>
            <a:pPr marL="0" indent="0">
              <a:buNone/>
            </a:pPr>
            <a:r>
              <a:rPr lang="en-US" sz="1000">
                <a:solidFill>
                  <a:srgbClr val="8EAFC0"/>
                </a:solidFill>
                <a:latin typeface="Calibri" pitchFamily="34" charset="0"/>
                <a:ea typeface="Calibri" pitchFamily="34" charset="-122"/>
                <a:cs typeface="Calibri" pitchFamily="34" charset="-120"/>
              </a:rPr>
              <a:t>LoRa fields mapped to the same 5-column feature space as HTTP:</a:t>
            </a:r>
            <a:endParaRPr lang="en-US" sz="1000"/>
          </a:p>
        </p:txBody>
      </p:sp>
      <p:sp>
        <p:nvSpPr>
          <p:cNvPr id="27" name="Shape 25"/>
          <p:cNvSpPr/>
          <p:nvPr/>
        </p:nvSpPr>
        <p:spPr>
          <a:xfrm>
            <a:off x="4754880" y="1783080"/>
            <a:ext cx="4114800" cy="2606040"/>
          </a:xfrm>
          <a:prstGeom prst="rect">
            <a:avLst/>
          </a:prstGeom>
          <a:solidFill>
            <a:srgbClr val="1B4F72">
              <a:alpha val="60000"/>
            </a:srgbClr>
          </a:solidFill>
          <a:ln w="12700">
            <a:solidFill>
              <a:srgbClr val="00B4D8"/>
            </a:solidFill>
            <a:prstDash val="solid"/>
          </a:ln>
        </p:spPr>
        <p:txBody>
          <a:bodyPr/>
          <a:lstStyle/>
          <a:p>
            <a:endParaRPr lang="en-US"/>
          </a:p>
        </p:txBody>
      </p:sp>
      <p:sp>
        <p:nvSpPr>
          <p:cNvPr id="28" name="Text 26"/>
          <p:cNvSpPr/>
          <p:nvPr/>
        </p:nvSpPr>
        <p:spPr>
          <a:xfrm>
            <a:off x="4892040" y="1874520"/>
            <a:ext cx="777240" cy="347472"/>
          </a:xfrm>
          <a:prstGeom prst="rect">
            <a:avLst/>
          </a:prstGeom>
          <a:noFill/>
          <a:ln/>
        </p:spPr>
        <p:txBody>
          <a:bodyPr wrap="square" rtlCol="0" anchor="ctr"/>
          <a:lstStyle/>
          <a:p>
            <a:pPr marL="0" indent="0" algn="ctr">
              <a:buNone/>
            </a:pPr>
            <a:r>
              <a:rPr lang="en-US" sz="1000">
                <a:solidFill>
                  <a:srgbClr val="00B4D8"/>
                </a:solidFill>
                <a:latin typeface="Consolas" pitchFamily="34" charset="0"/>
                <a:ea typeface="Consolas" pitchFamily="34" charset="-122"/>
                <a:cs typeface="Consolas" pitchFamily="34" charset="-120"/>
              </a:rPr>
              <a:t>rssi</a:t>
            </a:r>
            <a:endParaRPr lang="en-US" sz="1000"/>
          </a:p>
        </p:txBody>
      </p:sp>
      <p:sp>
        <p:nvSpPr>
          <p:cNvPr id="29" name="Shape 27"/>
          <p:cNvSpPr/>
          <p:nvPr/>
        </p:nvSpPr>
        <p:spPr>
          <a:xfrm>
            <a:off x="5715000" y="2048256"/>
            <a:ext cx="274320" cy="0"/>
          </a:xfrm>
          <a:prstGeom prst="line">
            <a:avLst/>
          </a:prstGeom>
          <a:noFill/>
          <a:ln w="12700">
            <a:solidFill>
              <a:srgbClr val="8EAFC0"/>
            </a:solidFill>
            <a:prstDash val="solid"/>
          </a:ln>
        </p:spPr>
        <p:txBody>
          <a:bodyPr/>
          <a:lstStyle/>
          <a:p>
            <a:endParaRPr lang="en-US"/>
          </a:p>
        </p:txBody>
      </p:sp>
      <p:sp>
        <p:nvSpPr>
          <p:cNvPr id="30" name="Text 28"/>
          <p:cNvSpPr/>
          <p:nvPr/>
        </p:nvSpPr>
        <p:spPr>
          <a:xfrm>
            <a:off x="6035040" y="1874520"/>
            <a:ext cx="1280160" cy="347472"/>
          </a:xfrm>
          <a:prstGeom prst="rect">
            <a:avLst/>
          </a:prstGeom>
          <a:noFill/>
          <a:ln/>
        </p:spPr>
        <p:txBody>
          <a:bodyPr wrap="square" rtlCol="0" anchor="ctr"/>
          <a:lstStyle/>
          <a:p>
            <a:pPr marL="0" indent="0" algn="l">
              <a:buNone/>
            </a:pPr>
            <a:r>
              <a:rPr lang="en-US" sz="1000">
                <a:solidFill>
                  <a:srgbClr val="0D9E6E"/>
                </a:solidFill>
                <a:latin typeface="Consolas" pitchFamily="34" charset="0"/>
                <a:ea typeface="Consolas" pitchFamily="34" charset="-122"/>
                <a:cs typeface="Consolas" pitchFamily="34" charset="-120"/>
              </a:rPr>
              <a:t>packet_size</a:t>
            </a:r>
            <a:endParaRPr lang="en-US" sz="1000"/>
          </a:p>
        </p:txBody>
      </p:sp>
      <p:sp>
        <p:nvSpPr>
          <p:cNvPr id="31" name="Text 29"/>
          <p:cNvSpPr/>
          <p:nvPr/>
        </p:nvSpPr>
        <p:spPr>
          <a:xfrm>
            <a:off x="7360920" y="1874520"/>
            <a:ext cx="1417320" cy="347472"/>
          </a:xfrm>
          <a:prstGeom prst="rect">
            <a:avLst/>
          </a:prstGeom>
          <a:noFill/>
          <a:ln/>
        </p:spPr>
        <p:txBody>
          <a:bodyPr wrap="square" rtlCol="0" anchor="ctr"/>
          <a:lstStyle/>
          <a:p>
            <a:pPr marL="0" indent="0" algn="l">
              <a:buNone/>
            </a:pPr>
            <a:r>
              <a:rPr lang="en-US" sz="900">
                <a:solidFill>
                  <a:srgbClr val="8EAFC0"/>
                </a:solidFill>
                <a:latin typeface="Calibri" pitchFamily="34" charset="0"/>
                <a:ea typeface="Calibri" pitchFamily="34" charset="-122"/>
                <a:cs typeface="Calibri" pitchFamily="34" charset="-120"/>
              </a:rPr>
              <a:t>Signal strength proxy</a:t>
            </a:r>
            <a:endParaRPr lang="en-US" sz="900"/>
          </a:p>
        </p:txBody>
      </p:sp>
      <p:sp>
        <p:nvSpPr>
          <p:cNvPr id="32" name="Text 30"/>
          <p:cNvSpPr/>
          <p:nvPr/>
        </p:nvSpPr>
        <p:spPr>
          <a:xfrm>
            <a:off x="4892040" y="2350008"/>
            <a:ext cx="777240" cy="347472"/>
          </a:xfrm>
          <a:prstGeom prst="rect">
            <a:avLst/>
          </a:prstGeom>
          <a:noFill/>
          <a:ln/>
        </p:spPr>
        <p:txBody>
          <a:bodyPr wrap="square" rtlCol="0" anchor="ctr"/>
          <a:lstStyle/>
          <a:p>
            <a:pPr marL="0" indent="0" algn="ctr">
              <a:buNone/>
            </a:pPr>
            <a:r>
              <a:rPr lang="en-US" sz="1000">
                <a:solidFill>
                  <a:srgbClr val="00B4D8"/>
                </a:solidFill>
                <a:latin typeface="Consolas" pitchFamily="34" charset="0"/>
                <a:ea typeface="Consolas" pitchFamily="34" charset="-122"/>
                <a:cs typeface="Consolas" pitchFamily="34" charset="-120"/>
              </a:rPr>
              <a:t>1/dt</a:t>
            </a:r>
            <a:endParaRPr lang="en-US" sz="1000"/>
          </a:p>
        </p:txBody>
      </p:sp>
      <p:sp>
        <p:nvSpPr>
          <p:cNvPr id="33" name="Shape 31"/>
          <p:cNvSpPr/>
          <p:nvPr/>
        </p:nvSpPr>
        <p:spPr>
          <a:xfrm>
            <a:off x="5715000" y="2523744"/>
            <a:ext cx="274320" cy="0"/>
          </a:xfrm>
          <a:prstGeom prst="line">
            <a:avLst/>
          </a:prstGeom>
          <a:noFill/>
          <a:ln w="12700">
            <a:solidFill>
              <a:srgbClr val="8EAFC0"/>
            </a:solidFill>
            <a:prstDash val="solid"/>
          </a:ln>
        </p:spPr>
        <p:txBody>
          <a:bodyPr/>
          <a:lstStyle/>
          <a:p>
            <a:endParaRPr lang="en-US"/>
          </a:p>
        </p:txBody>
      </p:sp>
      <p:sp>
        <p:nvSpPr>
          <p:cNvPr id="34" name="Text 32"/>
          <p:cNvSpPr/>
          <p:nvPr/>
        </p:nvSpPr>
        <p:spPr>
          <a:xfrm>
            <a:off x="6035040" y="2350008"/>
            <a:ext cx="1280160" cy="347472"/>
          </a:xfrm>
          <a:prstGeom prst="rect">
            <a:avLst/>
          </a:prstGeom>
          <a:noFill/>
          <a:ln/>
        </p:spPr>
        <p:txBody>
          <a:bodyPr wrap="square" rtlCol="0" anchor="ctr"/>
          <a:lstStyle/>
          <a:p>
            <a:pPr marL="0" indent="0" algn="l">
              <a:buNone/>
            </a:pPr>
            <a:r>
              <a:rPr lang="en-US" sz="1000">
                <a:solidFill>
                  <a:srgbClr val="0D9E6E"/>
                </a:solidFill>
                <a:latin typeface="Consolas" pitchFamily="34" charset="0"/>
                <a:ea typeface="Consolas" pitchFamily="34" charset="-122"/>
                <a:cs typeface="Consolas" pitchFamily="34" charset="-120"/>
              </a:rPr>
              <a:t>packet_rate</a:t>
            </a:r>
            <a:endParaRPr lang="en-US" sz="1000"/>
          </a:p>
        </p:txBody>
      </p:sp>
      <p:sp>
        <p:nvSpPr>
          <p:cNvPr id="35" name="Text 33"/>
          <p:cNvSpPr/>
          <p:nvPr/>
        </p:nvSpPr>
        <p:spPr>
          <a:xfrm>
            <a:off x="7360920" y="2350008"/>
            <a:ext cx="1417320" cy="347472"/>
          </a:xfrm>
          <a:prstGeom prst="rect">
            <a:avLst/>
          </a:prstGeom>
          <a:noFill/>
          <a:ln/>
        </p:spPr>
        <p:txBody>
          <a:bodyPr wrap="square" rtlCol="0" anchor="ctr"/>
          <a:lstStyle/>
          <a:p>
            <a:pPr marL="0" indent="0" algn="l">
              <a:buNone/>
            </a:pPr>
            <a:r>
              <a:rPr lang="en-US" sz="900">
                <a:solidFill>
                  <a:srgbClr val="8EAFC0"/>
                </a:solidFill>
                <a:latin typeface="Calibri" pitchFamily="34" charset="0"/>
                <a:ea typeface="Calibri" pitchFamily="34" charset="-122"/>
                <a:cs typeface="Calibri" pitchFamily="34" charset="-120"/>
              </a:rPr>
              <a:t>Burst rate detection</a:t>
            </a:r>
            <a:endParaRPr lang="en-US" sz="900"/>
          </a:p>
        </p:txBody>
      </p:sp>
      <p:sp>
        <p:nvSpPr>
          <p:cNvPr id="36" name="Text 34"/>
          <p:cNvSpPr/>
          <p:nvPr/>
        </p:nvSpPr>
        <p:spPr>
          <a:xfrm>
            <a:off x="4892040" y="2825496"/>
            <a:ext cx="777240" cy="347472"/>
          </a:xfrm>
          <a:prstGeom prst="rect">
            <a:avLst/>
          </a:prstGeom>
          <a:noFill/>
          <a:ln/>
        </p:spPr>
        <p:txBody>
          <a:bodyPr wrap="square" rtlCol="0" anchor="ctr"/>
          <a:lstStyle/>
          <a:p>
            <a:pPr marL="0" indent="0" algn="ctr">
              <a:buNone/>
            </a:pPr>
            <a:r>
              <a:rPr lang="en-US" sz="1000">
                <a:solidFill>
                  <a:srgbClr val="00B4D8"/>
                </a:solidFill>
                <a:latin typeface="Consolas" pitchFamily="34" charset="0"/>
                <a:ea typeface="Consolas" pitchFamily="34" charset="-122"/>
                <a:cs typeface="Consolas" pitchFamily="34" charset="-120"/>
              </a:rPr>
              <a:t>snr</a:t>
            </a:r>
            <a:endParaRPr lang="en-US" sz="1000"/>
          </a:p>
        </p:txBody>
      </p:sp>
      <p:sp>
        <p:nvSpPr>
          <p:cNvPr id="37" name="Shape 35"/>
          <p:cNvSpPr/>
          <p:nvPr/>
        </p:nvSpPr>
        <p:spPr>
          <a:xfrm>
            <a:off x="5715000" y="2999232"/>
            <a:ext cx="274320" cy="0"/>
          </a:xfrm>
          <a:prstGeom prst="line">
            <a:avLst/>
          </a:prstGeom>
          <a:noFill/>
          <a:ln w="12700">
            <a:solidFill>
              <a:srgbClr val="8EAFC0"/>
            </a:solidFill>
            <a:prstDash val="solid"/>
          </a:ln>
        </p:spPr>
        <p:txBody>
          <a:bodyPr/>
          <a:lstStyle/>
          <a:p>
            <a:endParaRPr lang="en-US"/>
          </a:p>
        </p:txBody>
      </p:sp>
      <p:sp>
        <p:nvSpPr>
          <p:cNvPr id="38" name="Text 36"/>
          <p:cNvSpPr/>
          <p:nvPr/>
        </p:nvSpPr>
        <p:spPr>
          <a:xfrm>
            <a:off x="6035040" y="2825496"/>
            <a:ext cx="1280160" cy="347472"/>
          </a:xfrm>
          <a:prstGeom prst="rect">
            <a:avLst/>
          </a:prstGeom>
          <a:noFill/>
          <a:ln/>
        </p:spPr>
        <p:txBody>
          <a:bodyPr wrap="square" rtlCol="0" anchor="ctr"/>
          <a:lstStyle/>
          <a:p>
            <a:pPr marL="0" indent="0" algn="l">
              <a:buNone/>
            </a:pPr>
            <a:r>
              <a:rPr lang="en-US" sz="1000">
                <a:solidFill>
                  <a:srgbClr val="0D9E6E"/>
                </a:solidFill>
                <a:latin typeface="Consolas" pitchFamily="34" charset="0"/>
                <a:ea typeface="Consolas" pitchFamily="34" charset="-122"/>
                <a:cs typeface="Consolas" pitchFamily="34" charset="-120"/>
              </a:rPr>
              <a:t>byte_rate</a:t>
            </a:r>
            <a:endParaRPr lang="en-US" sz="1000"/>
          </a:p>
        </p:txBody>
      </p:sp>
      <p:sp>
        <p:nvSpPr>
          <p:cNvPr id="39" name="Text 37"/>
          <p:cNvSpPr/>
          <p:nvPr/>
        </p:nvSpPr>
        <p:spPr>
          <a:xfrm>
            <a:off x="7360920" y="2825496"/>
            <a:ext cx="1417320" cy="347472"/>
          </a:xfrm>
          <a:prstGeom prst="rect">
            <a:avLst/>
          </a:prstGeom>
          <a:noFill/>
          <a:ln/>
        </p:spPr>
        <p:txBody>
          <a:bodyPr wrap="square" rtlCol="0" anchor="ctr"/>
          <a:lstStyle/>
          <a:p>
            <a:pPr marL="0" indent="0" algn="l">
              <a:buNone/>
            </a:pPr>
            <a:r>
              <a:rPr lang="en-US" sz="900">
                <a:solidFill>
                  <a:srgbClr val="8EAFC0"/>
                </a:solidFill>
                <a:latin typeface="Calibri" pitchFamily="34" charset="0"/>
                <a:ea typeface="Calibri" pitchFamily="34" charset="-122"/>
                <a:cs typeface="Calibri" pitchFamily="34" charset="-120"/>
              </a:rPr>
              <a:t>Signal quality proxy</a:t>
            </a:r>
            <a:endParaRPr lang="en-US" sz="900"/>
          </a:p>
        </p:txBody>
      </p:sp>
      <p:sp>
        <p:nvSpPr>
          <p:cNvPr id="40" name="Text 38"/>
          <p:cNvSpPr/>
          <p:nvPr/>
        </p:nvSpPr>
        <p:spPr>
          <a:xfrm>
            <a:off x="4892040" y="3300984"/>
            <a:ext cx="777240" cy="347472"/>
          </a:xfrm>
          <a:prstGeom prst="rect">
            <a:avLst/>
          </a:prstGeom>
          <a:noFill/>
          <a:ln/>
        </p:spPr>
        <p:txBody>
          <a:bodyPr wrap="square" rtlCol="0" anchor="ctr"/>
          <a:lstStyle/>
          <a:p>
            <a:pPr marL="0" indent="0" algn="ctr">
              <a:buNone/>
            </a:pPr>
            <a:r>
              <a:rPr lang="en-US" sz="1000">
                <a:solidFill>
                  <a:srgbClr val="00B4D8"/>
                </a:solidFill>
                <a:latin typeface="Consolas" pitchFamily="34" charset="0"/>
                <a:ea typeface="Consolas" pitchFamily="34" charset="-122"/>
                <a:cs typeface="Consolas" pitchFamily="34" charset="-120"/>
              </a:rPr>
              <a:t>0</a:t>
            </a:r>
            <a:endParaRPr lang="en-US" sz="1000"/>
          </a:p>
        </p:txBody>
      </p:sp>
      <p:sp>
        <p:nvSpPr>
          <p:cNvPr id="41" name="Shape 39"/>
          <p:cNvSpPr/>
          <p:nvPr/>
        </p:nvSpPr>
        <p:spPr>
          <a:xfrm>
            <a:off x="5715000" y="3474720"/>
            <a:ext cx="274320" cy="0"/>
          </a:xfrm>
          <a:prstGeom prst="line">
            <a:avLst/>
          </a:prstGeom>
          <a:noFill/>
          <a:ln w="12700">
            <a:solidFill>
              <a:srgbClr val="8EAFC0"/>
            </a:solidFill>
            <a:prstDash val="solid"/>
          </a:ln>
        </p:spPr>
        <p:txBody>
          <a:bodyPr/>
          <a:lstStyle/>
          <a:p>
            <a:endParaRPr lang="en-US"/>
          </a:p>
        </p:txBody>
      </p:sp>
      <p:sp>
        <p:nvSpPr>
          <p:cNvPr id="42" name="Text 40"/>
          <p:cNvSpPr/>
          <p:nvPr/>
        </p:nvSpPr>
        <p:spPr>
          <a:xfrm>
            <a:off x="6035040" y="3300984"/>
            <a:ext cx="1280160" cy="347472"/>
          </a:xfrm>
          <a:prstGeom prst="rect">
            <a:avLst/>
          </a:prstGeom>
          <a:noFill/>
          <a:ln/>
        </p:spPr>
        <p:txBody>
          <a:bodyPr wrap="square" rtlCol="0" anchor="ctr"/>
          <a:lstStyle/>
          <a:p>
            <a:pPr marL="0" indent="0" algn="l">
              <a:buNone/>
            </a:pPr>
            <a:r>
              <a:rPr lang="en-US" sz="1000">
                <a:solidFill>
                  <a:srgbClr val="0D9E6E"/>
                </a:solidFill>
                <a:latin typeface="Consolas" pitchFamily="34" charset="0"/>
                <a:ea typeface="Consolas" pitchFamily="34" charset="-122"/>
                <a:cs typeface="Consolas" pitchFamily="34" charset="-120"/>
              </a:rPr>
              <a:t>src_port</a:t>
            </a:r>
            <a:endParaRPr lang="en-US" sz="1000"/>
          </a:p>
        </p:txBody>
      </p:sp>
      <p:sp>
        <p:nvSpPr>
          <p:cNvPr id="43" name="Text 41"/>
          <p:cNvSpPr/>
          <p:nvPr/>
        </p:nvSpPr>
        <p:spPr>
          <a:xfrm>
            <a:off x="7360920" y="3300984"/>
            <a:ext cx="1417320" cy="347472"/>
          </a:xfrm>
          <a:prstGeom prst="rect">
            <a:avLst/>
          </a:prstGeom>
          <a:noFill/>
          <a:ln/>
        </p:spPr>
        <p:txBody>
          <a:bodyPr wrap="square" rtlCol="0" anchor="ctr"/>
          <a:lstStyle/>
          <a:p>
            <a:pPr marL="0" indent="0" algn="l">
              <a:buNone/>
            </a:pPr>
            <a:r>
              <a:rPr lang="en-US" sz="900">
                <a:solidFill>
                  <a:srgbClr val="8EAFC0"/>
                </a:solidFill>
                <a:latin typeface="Calibri" pitchFamily="34" charset="0"/>
                <a:ea typeface="Calibri" pitchFamily="34" charset="-122"/>
                <a:cs typeface="Calibri" pitchFamily="34" charset="-120"/>
              </a:rPr>
              <a:t>No TCP port in LoRa</a:t>
            </a:r>
            <a:endParaRPr lang="en-US" sz="900"/>
          </a:p>
        </p:txBody>
      </p:sp>
      <p:sp>
        <p:nvSpPr>
          <p:cNvPr id="44" name="Text 42"/>
          <p:cNvSpPr/>
          <p:nvPr/>
        </p:nvSpPr>
        <p:spPr>
          <a:xfrm>
            <a:off x="4892040" y="3776472"/>
            <a:ext cx="777240" cy="347472"/>
          </a:xfrm>
          <a:prstGeom prst="rect">
            <a:avLst/>
          </a:prstGeom>
          <a:noFill/>
          <a:ln/>
        </p:spPr>
        <p:txBody>
          <a:bodyPr wrap="square" rtlCol="0" anchor="ctr"/>
          <a:lstStyle/>
          <a:p>
            <a:pPr marL="0" indent="0" algn="ctr">
              <a:buNone/>
            </a:pPr>
            <a:r>
              <a:rPr lang="en-US" sz="1000">
                <a:solidFill>
                  <a:srgbClr val="00B4D8"/>
                </a:solidFill>
                <a:latin typeface="Consolas" pitchFamily="34" charset="0"/>
                <a:ea typeface="Consolas" pitchFamily="34" charset="-122"/>
                <a:cs typeface="Consolas" pitchFamily="34" charset="-120"/>
              </a:rPr>
              <a:t>7</a:t>
            </a:r>
            <a:endParaRPr lang="en-US" sz="1000"/>
          </a:p>
        </p:txBody>
      </p:sp>
      <p:sp>
        <p:nvSpPr>
          <p:cNvPr id="45" name="Shape 43"/>
          <p:cNvSpPr/>
          <p:nvPr/>
        </p:nvSpPr>
        <p:spPr>
          <a:xfrm>
            <a:off x="5715000" y="3950208"/>
            <a:ext cx="274320" cy="0"/>
          </a:xfrm>
          <a:prstGeom prst="line">
            <a:avLst/>
          </a:prstGeom>
          <a:noFill/>
          <a:ln w="12700">
            <a:solidFill>
              <a:srgbClr val="8EAFC0"/>
            </a:solidFill>
            <a:prstDash val="solid"/>
          </a:ln>
        </p:spPr>
        <p:txBody>
          <a:bodyPr/>
          <a:lstStyle/>
          <a:p>
            <a:endParaRPr lang="en-US"/>
          </a:p>
        </p:txBody>
      </p:sp>
      <p:sp>
        <p:nvSpPr>
          <p:cNvPr id="46" name="Text 44"/>
          <p:cNvSpPr/>
          <p:nvPr/>
        </p:nvSpPr>
        <p:spPr>
          <a:xfrm>
            <a:off x="6035040" y="3776472"/>
            <a:ext cx="1280160" cy="347472"/>
          </a:xfrm>
          <a:prstGeom prst="rect">
            <a:avLst/>
          </a:prstGeom>
          <a:noFill/>
          <a:ln/>
        </p:spPr>
        <p:txBody>
          <a:bodyPr wrap="square" rtlCol="0" anchor="ctr"/>
          <a:lstStyle/>
          <a:p>
            <a:pPr marL="0" indent="0" algn="l">
              <a:buNone/>
            </a:pPr>
            <a:r>
              <a:rPr lang="en-US" sz="1000">
                <a:solidFill>
                  <a:srgbClr val="0D9E6E"/>
                </a:solidFill>
                <a:latin typeface="Consolas" pitchFamily="34" charset="0"/>
                <a:ea typeface="Consolas" pitchFamily="34" charset="-122"/>
                <a:cs typeface="Consolas" pitchFamily="34" charset="-120"/>
              </a:rPr>
              <a:t>endpoint_code</a:t>
            </a:r>
            <a:endParaRPr lang="en-US" sz="1000"/>
          </a:p>
        </p:txBody>
      </p:sp>
      <p:sp>
        <p:nvSpPr>
          <p:cNvPr id="47" name="Text 45"/>
          <p:cNvSpPr/>
          <p:nvPr/>
        </p:nvSpPr>
        <p:spPr>
          <a:xfrm>
            <a:off x="7360920" y="3776472"/>
            <a:ext cx="1417320" cy="347472"/>
          </a:xfrm>
          <a:prstGeom prst="rect">
            <a:avLst/>
          </a:prstGeom>
          <a:noFill/>
          <a:ln/>
        </p:spPr>
        <p:txBody>
          <a:bodyPr wrap="square" rtlCol="0" anchor="ctr"/>
          <a:lstStyle/>
          <a:p>
            <a:pPr marL="0" indent="0" algn="l">
              <a:buNone/>
            </a:pPr>
            <a:r>
              <a:rPr lang="en-US" sz="900">
                <a:solidFill>
                  <a:srgbClr val="8EAFC0"/>
                </a:solidFill>
                <a:latin typeface="Calibri" pitchFamily="34" charset="0"/>
                <a:ea typeface="Calibri" pitchFamily="34" charset="-122"/>
                <a:cs typeface="Calibri" pitchFamily="34" charset="-120"/>
              </a:rPr>
              <a:t>/lora endpoint</a:t>
            </a:r>
            <a:endParaRPr lang="en-US" sz="900"/>
          </a:p>
        </p:txBody>
      </p:sp>
      <p:sp>
        <p:nvSpPr>
          <p:cNvPr id="48" name="Shape 46"/>
          <p:cNvSpPr/>
          <p:nvPr/>
        </p:nvSpPr>
        <p:spPr>
          <a:xfrm>
            <a:off x="4754880" y="4480560"/>
            <a:ext cx="4114800" cy="502920"/>
          </a:xfrm>
          <a:prstGeom prst="rect">
            <a:avLst/>
          </a:prstGeom>
          <a:solidFill>
            <a:srgbClr val="00B4D8">
              <a:alpha val="80000"/>
            </a:srgbClr>
          </a:solidFill>
          <a:ln w="12700">
            <a:solidFill>
              <a:srgbClr val="00B4D8"/>
            </a:solidFill>
            <a:prstDash val="solid"/>
          </a:ln>
        </p:spPr>
        <p:txBody>
          <a:bodyPr/>
          <a:lstStyle/>
          <a:p>
            <a:endParaRPr lang="en-US"/>
          </a:p>
        </p:txBody>
      </p:sp>
      <p:sp>
        <p:nvSpPr>
          <p:cNvPr id="49" name="Text 47"/>
          <p:cNvSpPr/>
          <p:nvPr/>
        </p:nvSpPr>
        <p:spPr>
          <a:xfrm>
            <a:off x="4754880" y="4480560"/>
            <a:ext cx="4114800" cy="502920"/>
          </a:xfrm>
          <a:prstGeom prst="rect">
            <a:avLst/>
          </a:prstGeom>
          <a:noFill/>
          <a:ln/>
        </p:spPr>
        <p:txBody>
          <a:bodyPr wrap="square" rtlCol="0" anchor="ctr"/>
          <a:lstStyle/>
          <a:p>
            <a:pPr marL="0" indent="0" algn="ctr">
              <a:buNone/>
            </a:pPr>
            <a:r>
              <a:rPr lang="en-US" sz="1000">
                <a:solidFill>
                  <a:srgbClr val="FFFFFF"/>
                </a:solidFill>
                <a:latin typeface="Calibri" pitchFamily="34" charset="0"/>
                <a:ea typeface="Calibri" pitchFamily="34" charset="-122"/>
                <a:cs typeface="Calibri" pitchFamily="34" charset="-120"/>
              </a:rPr>
              <a:t>Attack types: Timestamp Replay  |  LoRa Join Flood  |  Replay Attack</a:t>
            </a:r>
            <a:endParaRPr lang="en-US" sz="10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BBB20249-E52B-5C84-1CB1-8C301D687A4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5F05355-8D24-F691-AEFF-15EC0D3C51DD}"/>
              </a:ext>
            </a:extLst>
          </p:cNvPr>
          <p:cNvSpPr/>
          <p:nvPr/>
        </p:nvSpPr>
        <p:spPr>
          <a:xfrm>
            <a:off x="0" y="0"/>
            <a:ext cx="9144000" cy="914400"/>
          </a:xfrm>
          <a:prstGeom prst="rect">
            <a:avLst/>
          </a:prstGeom>
          <a:solidFill>
            <a:srgbClr val="1B4F72"/>
          </a:solidFill>
          <a:ln/>
        </p:spPr>
        <p:txBody>
          <a:bodyPr/>
          <a:lstStyle/>
          <a:p>
            <a:endParaRPr lang="en-US"/>
          </a:p>
        </p:txBody>
      </p:sp>
      <p:sp>
        <p:nvSpPr>
          <p:cNvPr id="3" name="Text 1">
            <a:extLst>
              <a:ext uri="{FF2B5EF4-FFF2-40B4-BE49-F238E27FC236}">
                <a16:creationId xmlns:a16="http://schemas.microsoft.com/office/drawing/2014/main" id="{DDB638A6-2DC5-616E-043C-1F131DEC4BE1}"/>
              </a:ext>
            </a:extLst>
          </p:cNvPr>
          <p:cNvSpPr/>
          <p:nvPr/>
        </p:nvSpPr>
        <p:spPr>
          <a:xfrm>
            <a:off x="457200" y="0"/>
            <a:ext cx="8229600" cy="914400"/>
          </a:xfrm>
          <a:prstGeom prst="rect">
            <a:avLst/>
          </a:prstGeom>
          <a:noFill/>
          <a:ln/>
        </p:spPr>
        <p:txBody>
          <a:bodyPr wrap="square" lIns="91440" tIns="45720" rIns="91440" bIns="45720" rtlCol="0" anchor="ctr"/>
          <a:lstStyle/>
          <a:p>
            <a:r>
              <a:rPr lang="en-US" sz="2800" b="1">
                <a:solidFill>
                  <a:srgbClr val="FFFFFF"/>
                </a:solidFill>
                <a:ea typeface="Calibri"/>
                <a:cs typeface="Calibri"/>
              </a:rPr>
              <a:t>Unique security challenges only for LoRa's</a:t>
            </a:r>
          </a:p>
        </p:txBody>
      </p:sp>
      <p:sp>
        <p:nvSpPr>
          <p:cNvPr id="4" name="Text 2">
            <a:extLst>
              <a:ext uri="{FF2B5EF4-FFF2-40B4-BE49-F238E27FC236}">
                <a16:creationId xmlns:a16="http://schemas.microsoft.com/office/drawing/2014/main" id="{B834427C-872B-127F-42D1-BBA7F1EF4428}"/>
              </a:ext>
            </a:extLst>
          </p:cNvPr>
          <p:cNvSpPr/>
          <p:nvPr/>
        </p:nvSpPr>
        <p:spPr>
          <a:xfrm>
            <a:off x="8046720" y="0"/>
            <a:ext cx="822960" cy="914400"/>
          </a:xfrm>
          <a:prstGeom prst="rect">
            <a:avLst/>
          </a:prstGeom>
          <a:noFill/>
          <a:ln/>
        </p:spPr>
        <p:txBody>
          <a:bodyPr wrap="square" lIns="91440" tIns="45720" rIns="91440" bIns="45720" rtlCol="0" anchor="ctr"/>
          <a:lstStyle/>
          <a:p>
            <a:pPr marL="0" indent="0" algn="r">
              <a:buNone/>
            </a:pPr>
            <a:r>
              <a:rPr lang="en-US" sz="3600" b="1">
                <a:solidFill>
                  <a:srgbClr val="00B4D8"/>
                </a:solidFill>
                <a:latin typeface="Calibri"/>
                <a:ea typeface="Calibri"/>
                <a:cs typeface="Calibri"/>
              </a:rPr>
              <a:t>05</a:t>
            </a:r>
            <a:endParaRPr lang="en-US" sz="3600"/>
          </a:p>
        </p:txBody>
      </p:sp>
      <p:sp>
        <p:nvSpPr>
          <p:cNvPr id="5" name="Text 3">
            <a:extLst>
              <a:ext uri="{FF2B5EF4-FFF2-40B4-BE49-F238E27FC236}">
                <a16:creationId xmlns:a16="http://schemas.microsoft.com/office/drawing/2014/main" id="{A649D9C3-86BF-D411-8A41-9BC33AD12C62}"/>
              </a:ext>
            </a:extLst>
          </p:cNvPr>
          <p:cNvSpPr/>
          <p:nvPr/>
        </p:nvSpPr>
        <p:spPr>
          <a:xfrm>
            <a:off x="2951117" y="1023983"/>
            <a:ext cx="4114800" cy="365760"/>
          </a:xfrm>
          <a:prstGeom prst="rect">
            <a:avLst/>
          </a:prstGeom>
          <a:noFill/>
          <a:ln/>
        </p:spPr>
        <p:txBody>
          <a:bodyPr wrap="square" lIns="91440" tIns="45720" rIns="91440" bIns="45720" rtlCol="0" anchor="ctr"/>
          <a:lstStyle/>
          <a:p>
            <a:r>
              <a:rPr lang="en-US" sz="2000" b="1">
                <a:solidFill>
                  <a:srgbClr val="00B4D8"/>
                </a:solidFill>
                <a:ea typeface="Calibri"/>
                <a:cs typeface="Calibri"/>
              </a:rPr>
              <a:t>Reasons LoRa's are unique</a:t>
            </a:r>
          </a:p>
        </p:txBody>
      </p:sp>
      <p:sp>
        <p:nvSpPr>
          <p:cNvPr id="25" name="Text 23">
            <a:extLst>
              <a:ext uri="{FF2B5EF4-FFF2-40B4-BE49-F238E27FC236}">
                <a16:creationId xmlns:a16="http://schemas.microsoft.com/office/drawing/2014/main" id="{605D96EF-4BD9-B3EE-6C63-728265257628}"/>
              </a:ext>
            </a:extLst>
          </p:cNvPr>
          <p:cNvSpPr/>
          <p:nvPr/>
        </p:nvSpPr>
        <p:spPr>
          <a:xfrm>
            <a:off x="3346966" y="2338826"/>
            <a:ext cx="3931920" cy="365760"/>
          </a:xfrm>
          <a:prstGeom prst="rect">
            <a:avLst/>
          </a:prstGeom>
          <a:noFill/>
          <a:ln/>
        </p:spPr>
        <p:txBody>
          <a:bodyPr wrap="square" lIns="91440" tIns="45720" rIns="91440" bIns="45720" rtlCol="0" anchor="ctr"/>
          <a:lstStyle/>
          <a:p>
            <a:r>
              <a:rPr lang="en-US" sz="2000" b="1">
                <a:solidFill>
                  <a:srgbClr val="00B4D8"/>
                </a:solidFill>
                <a:ea typeface="Calibri"/>
                <a:cs typeface="Calibri"/>
              </a:rPr>
              <a:t>Types of attacks</a:t>
            </a:r>
          </a:p>
        </p:txBody>
      </p:sp>
      <p:sp>
        <p:nvSpPr>
          <p:cNvPr id="26" name="Text 24">
            <a:extLst>
              <a:ext uri="{FF2B5EF4-FFF2-40B4-BE49-F238E27FC236}">
                <a16:creationId xmlns:a16="http://schemas.microsoft.com/office/drawing/2014/main" id="{1D59B8B6-EB6C-A899-0933-B2794E700045}"/>
              </a:ext>
            </a:extLst>
          </p:cNvPr>
          <p:cNvSpPr/>
          <p:nvPr/>
        </p:nvSpPr>
        <p:spPr>
          <a:xfrm>
            <a:off x="576244" y="2706982"/>
            <a:ext cx="3410228" cy="1966267"/>
          </a:xfrm>
          <a:prstGeom prst="rect">
            <a:avLst/>
          </a:prstGeom>
          <a:noFill/>
          <a:ln/>
        </p:spPr>
        <p:txBody>
          <a:bodyPr wrap="square" lIns="91440" tIns="45720" rIns="91440" bIns="45720" rtlCol="0" anchor="ctr"/>
          <a:lstStyle/>
          <a:p>
            <a:pPr marL="285750" indent="-285750">
              <a:buFont typeface="Arial"/>
              <a:buChar char="•"/>
            </a:pPr>
            <a:endParaRPr lang="en-US" sz="1200">
              <a:solidFill>
                <a:schemeClr val="bg1"/>
              </a:solidFill>
              <a:ea typeface="Calibri"/>
              <a:cs typeface="Calibri"/>
            </a:endParaRPr>
          </a:p>
          <a:p>
            <a:r>
              <a:rPr lang="en-US" sz="1200" b="1">
                <a:solidFill>
                  <a:schemeClr val="bg1"/>
                </a:solidFill>
                <a:ea typeface="Calibri"/>
                <a:cs typeface="Calibri"/>
              </a:rPr>
              <a:t>Timestamp attacks:</a:t>
            </a:r>
          </a:p>
          <a:p>
            <a:pPr marL="285750" indent="-285750">
              <a:buFont typeface="Arial"/>
              <a:buChar char="•"/>
            </a:pPr>
            <a:r>
              <a:rPr lang="en-US" sz="1200">
                <a:solidFill>
                  <a:schemeClr val="bg1"/>
                </a:solidFill>
              </a:rPr>
              <a:t>Transmitter embeds its local timestamp in each payload</a:t>
            </a:r>
            <a:endParaRPr lang="en-US" sz="1200">
              <a:solidFill>
                <a:schemeClr val="bg1"/>
              </a:solidFill>
              <a:ea typeface="Calibri"/>
              <a:cs typeface="Calibri"/>
            </a:endParaRPr>
          </a:p>
          <a:p>
            <a:pPr marL="285750" indent="-285750">
              <a:buFont typeface="Arial"/>
              <a:buChar char="•"/>
            </a:pPr>
            <a:r>
              <a:rPr lang="en-US" sz="1200">
                <a:solidFill>
                  <a:schemeClr val="bg1"/>
                </a:solidFill>
              </a:rPr>
              <a:t>Attacker skews timestamp forward/backward</a:t>
            </a:r>
            <a:endParaRPr lang="en-US" sz="1200">
              <a:solidFill>
                <a:schemeClr val="bg1"/>
              </a:solidFill>
              <a:ea typeface="Calibri"/>
              <a:cs typeface="Calibri"/>
            </a:endParaRPr>
          </a:p>
          <a:p>
            <a:pPr marL="285750" indent="-285750">
              <a:buFont typeface="Arial"/>
              <a:buChar char="•"/>
            </a:pPr>
            <a:r>
              <a:rPr lang="en-US" sz="1200">
                <a:solidFill>
                  <a:schemeClr val="bg1"/>
                </a:solidFill>
              </a:rPr>
              <a:t>Simulates clock drift or stale‑data injection</a:t>
            </a:r>
            <a:endParaRPr lang="en-US" sz="1200">
              <a:solidFill>
                <a:schemeClr val="bg1"/>
              </a:solidFill>
              <a:ea typeface="Calibri"/>
              <a:cs typeface="Calibri"/>
            </a:endParaRPr>
          </a:p>
          <a:p>
            <a:pPr marL="285750" indent="-285750">
              <a:buFont typeface="Arial"/>
              <a:buChar char="•"/>
            </a:pPr>
            <a:r>
              <a:rPr lang="en-US" sz="1200">
                <a:solidFill>
                  <a:schemeClr val="bg1"/>
                </a:solidFill>
                <a:ea typeface="+mn-lt"/>
                <a:cs typeface="+mn-lt"/>
              </a:rPr>
              <a:t>IPS detection method:</a:t>
            </a:r>
            <a:endParaRPr lang="en-US" sz="1200">
              <a:solidFill>
                <a:schemeClr val="bg1"/>
              </a:solidFill>
              <a:ea typeface="Calibri"/>
              <a:cs typeface="Calibri"/>
            </a:endParaRPr>
          </a:p>
          <a:p>
            <a:pPr marL="285750" indent="-285750">
              <a:buFont typeface="Arial"/>
              <a:buChar char="•"/>
            </a:pPr>
            <a:r>
              <a:rPr lang="en-US" sz="1200">
                <a:solidFill>
                  <a:schemeClr val="bg1"/>
                </a:solidFill>
              </a:rPr>
              <a:t>Compute </a:t>
            </a:r>
            <a:r>
              <a:rPr lang="en-US" sz="1200" b="1" err="1">
                <a:solidFill>
                  <a:schemeClr val="bg1"/>
                </a:solidFill>
              </a:rPr>
              <a:t>delta_t</a:t>
            </a:r>
            <a:r>
              <a:rPr lang="en-US" sz="1200" b="1">
                <a:solidFill>
                  <a:schemeClr val="bg1"/>
                </a:solidFill>
              </a:rPr>
              <a:t> = </a:t>
            </a:r>
            <a:r>
              <a:rPr lang="en-US" sz="1200" b="1" err="1">
                <a:solidFill>
                  <a:schemeClr val="bg1"/>
                </a:solidFill>
              </a:rPr>
              <a:t>arrival_time</a:t>
            </a:r>
            <a:r>
              <a:rPr lang="en-US" sz="1200" b="1">
                <a:solidFill>
                  <a:schemeClr val="bg1"/>
                </a:solidFill>
              </a:rPr>
              <a:t> – </a:t>
            </a:r>
            <a:r>
              <a:rPr lang="en-US" sz="1200" b="1" err="1">
                <a:solidFill>
                  <a:schemeClr val="bg1"/>
                </a:solidFill>
                <a:ea typeface="+mn-lt"/>
                <a:cs typeface="+mn-lt"/>
              </a:rPr>
              <a:t>claimed_send_time</a:t>
            </a:r>
            <a:endParaRPr lang="en-US" sz="1200">
              <a:solidFill>
                <a:schemeClr val="bg1"/>
              </a:solidFill>
              <a:ea typeface="Calibri"/>
              <a:cs typeface="Calibri"/>
            </a:endParaRPr>
          </a:p>
          <a:p>
            <a:pPr marL="285750" indent="-285750">
              <a:buFont typeface="Arial"/>
              <a:buChar char="•"/>
            </a:pPr>
            <a:r>
              <a:rPr lang="en-US" sz="1200">
                <a:solidFill>
                  <a:schemeClr val="bg1"/>
                </a:solidFill>
              </a:rPr>
              <a:t>Model learns what “plausible timing” looks like</a:t>
            </a:r>
            <a:endParaRPr lang="en-US" sz="1200">
              <a:solidFill>
                <a:schemeClr val="bg1"/>
              </a:solidFill>
              <a:ea typeface="Calibri"/>
              <a:cs typeface="Calibri"/>
            </a:endParaRPr>
          </a:p>
          <a:p>
            <a:pPr marL="285750" indent="-285750">
              <a:buFont typeface="Arial"/>
              <a:buChar char="•"/>
            </a:pPr>
            <a:r>
              <a:rPr lang="en-US" sz="1200">
                <a:solidFill>
                  <a:schemeClr val="bg1"/>
                </a:solidFill>
              </a:rPr>
              <a:t>Implausible deltas → flagged as malicious</a:t>
            </a:r>
            <a:endParaRPr lang="en-US" sz="1200">
              <a:solidFill>
                <a:schemeClr val="bg1"/>
              </a:solidFill>
              <a:ea typeface="Calibri"/>
              <a:cs typeface="Calibri"/>
            </a:endParaRPr>
          </a:p>
          <a:p>
            <a:pPr marL="0" indent="0">
              <a:buNone/>
            </a:pPr>
            <a:endParaRPr lang="en-US" sz="1200">
              <a:solidFill>
                <a:srgbClr val="8EAFC0"/>
              </a:solidFill>
              <a:ea typeface="Calibri"/>
              <a:cs typeface="Calibri"/>
            </a:endParaRPr>
          </a:p>
        </p:txBody>
      </p:sp>
      <p:sp>
        <p:nvSpPr>
          <p:cNvPr id="6" name="TextBox 5">
            <a:extLst>
              <a:ext uri="{FF2B5EF4-FFF2-40B4-BE49-F238E27FC236}">
                <a16:creationId xmlns:a16="http://schemas.microsoft.com/office/drawing/2014/main" id="{B2652EF6-F002-7A61-A6E5-0044392B4D37}"/>
              </a:ext>
            </a:extLst>
          </p:cNvPr>
          <p:cNvSpPr txBox="1"/>
          <p:nvPr/>
        </p:nvSpPr>
        <p:spPr>
          <a:xfrm>
            <a:off x="367478" y="1388953"/>
            <a:ext cx="4121703" cy="10926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1100">
                <a:solidFill>
                  <a:schemeClr val="bg1"/>
                </a:solidFill>
                <a:ea typeface="+mn-lt"/>
                <a:cs typeface="+mn-lt"/>
              </a:rPr>
              <a:t>No built‑in authentication or encryption at the physical layer</a:t>
            </a:r>
            <a:endParaRPr lang="en-US" sz="1100">
              <a:solidFill>
                <a:schemeClr val="bg1"/>
              </a:solidFill>
              <a:ea typeface="Calibri"/>
              <a:cs typeface="Calibri"/>
            </a:endParaRPr>
          </a:p>
          <a:p>
            <a:pPr marL="285750" indent="-285750">
              <a:buFont typeface="Arial"/>
              <a:buChar char="•"/>
            </a:pPr>
            <a:r>
              <a:rPr lang="en-US" sz="1100">
                <a:solidFill>
                  <a:schemeClr val="bg1"/>
                </a:solidFill>
                <a:ea typeface="+mn-lt"/>
                <a:cs typeface="+mn-lt"/>
              </a:rPr>
              <a:t>Any device in range can transmit with correct radio parameters</a:t>
            </a:r>
            <a:endParaRPr lang="en-US" sz="1100">
              <a:solidFill>
                <a:schemeClr val="bg1"/>
              </a:solidFill>
              <a:ea typeface="Calibri"/>
              <a:cs typeface="Calibri"/>
            </a:endParaRPr>
          </a:p>
          <a:p>
            <a:pPr marL="285750" indent="-285750">
              <a:buFont typeface="Arial"/>
              <a:buChar char="•"/>
            </a:pPr>
            <a:r>
              <a:rPr lang="en-US" sz="1100">
                <a:solidFill>
                  <a:schemeClr val="bg1"/>
                </a:solidFill>
                <a:ea typeface="+mn-lt"/>
                <a:cs typeface="+mn-lt"/>
              </a:rPr>
              <a:t>Vulnerabilities arise that do not exist in HTTP‑based systems</a:t>
            </a:r>
            <a:endParaRPr lang="en-US" sz="1100">
              <a:solidFill>
                <a:schemeClr val="bg1"/>
              </a:solidFill>
              <a:ea typeface="Calibri"/>
              <a:cs typeface="Calibri"/>
            </a:endParaRPr>
          </a:p>
          <a:p>
            <a:pPr marL="285750" indent="-285750">
              <a:buFont typeface="Arial"/>
              <a:buChar char="•"/>
            </a:pPr>
            <a:r>
              <a:rPr lang="en-US" sz="1100">
                <a:solidFill>
                  <a:schemeClr val="bg1"/>
                </a:solidFill>
                <a:ea typeface="+mn-lt"/>
                <a:cs typeface="+mn-lt"/>
              </a:rPr>
              <a:t>IPS must detect anomalies using timing, signal characteristics, and payload metadata</a:t>
            </a:r>
            <a:endParaRPr lang="en-US" sz="1100">
              <a:solidFill>
                <a:schemeClr val="bg1"/>
              </a:solidFill>
              <a:ea typeface="Calibri"/>
              <a:cs typeface="Calibri"/>
            </a:endParaRPr>
          </a:p>
          <a:p>
            <a:pPr algn="l"/>
            <a:endParaRPr lang="en-US" sz="1000">
              <a:ea typeface="Calibri"/>
              <a:cs typeface="Calibri"/>
            </a:endParaRPr>
          </a:p>
        </p:txBody>
      </p:sp>
      <p:sp>
        <p:nvSpPr>
          <p:cNvPr id="7" name="TextBox 6">
            <a:extLst>
              <a:ext uri="{FF2B5EF4-FFF2-40B4-BE49-F238E27FC236}">
                <a16:creationId xmlns:a16="http://schemas.microsoft.com/office/drawing/2014/main" id="{67772E95-D5F0-44E1-6E68-F5AF1DE447F4}"/>
              </a:ext>
            </a:extLst>
          </p:cNvPr>
          <p:cNvSpPr txBox="1"/>
          <p:nvPr/>
        </p:nvSpPr>
        <p:spPr>
          <a:xfrm>
            <a:off x="4510004" y="2702264"/>
            <a:ext cx="3980734"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solidFill>
                  <a:schemeClr val="bg1"/>
                </a:solidFill>
                <a:ea typeface="Calibri"/>
                <a:cs typeface="Calibri"/>
              </a:rPr>
              <a:t>Replay Attacks:</a:t>
            </a:r>
          </a:p>
          <a:p>
            <a:pPr marL="285750" indent="-285750">
              <a:buFont typeface="Arial"/>
              <a:buChar char="•"/>
            </a:pPr>
            <a:r>
              <a:rPr lang="en-US" sz="1200">
                <a:solidFill>
                  <a:schemeClr val="bg1"/>
                </a:solidFill>
                <a:ea typeface="+mn-lt"/>
                <a:cs typeface="+mn-lt"/>
              </a:rPr>
              <a:t>Attacker captures legitimate packets and retransmits them rapidly</a:t>
            </a:r>
            <a:endParaRPr lang="en-US" sz="1200">
              <a:solidFill>
                <a:schemeClr val="bg1"/>
              </a:solidFill>
              <a:ea typeface="Calibri"/>
              <a:cs typeface="Calibri"/>
            </a:endParaRPr>
          </a:p>
          <a:p>
            <a:pPr marL="285750" indent="-285750">
              <a:buFont typeface="Arial"/>
              <a:buChar char="•"/>
            </a:pPr>
            <a:r>
              <a:rPr lang="en-US" sz="1200">
                <a:solidFill>
                  <a:schemeClr val="bg1"/>
                </a:solidFill>
                <a:ea typeface="+mn-lt"/>
                <a:cs typeface="+mn-lt"/>
              </a:rPr>
              <a:t>LoRa has </a:t>
            </a:r>
            <a:r>
              <a:rPr lang="en-US" sz="1200" b="1">
                <a:solidFill>
                  <a:schemeClr val="bg1"/>
                </a:solidFill>
                <a:ea typeface="+mn-lt"/>
                <a:cs typeface="+mn-lt"/>
              </a:rPr>
              <a:t>no sequence numbers</a:t>
            </a:r>
            <a:r>
              <a:rPr lang="en-US" sz="1200">
                <a:solidFill>
                  <a:schemeClr val="bg1"/>
                </a:solidFill>
                <a:ea typeface="+mn-lt"/>
                <a:cs typeface="+mn-lt"/>
              </a:rPr>
              <a:t> or </a:t>
            </a:r>
            <a:r>
              <a:rPr lang="en-US" sz="1200" b="1">
                <a:solidFill>
                  <a:schemeClr val="bg1"/>
                </a:solidFill>
                <a:ea typeface="+mn-lt"/>
                <a:cs typeface="+mn-lt"/>
              </a:rPr>
              <a:t>timestamp validation</a:t>
            </a:r>
            <a:endParaRPr lang="en-US" sz="1200">
              <a:solidFill>
                <a:schemeClr val="bg1"/>
              </a:solidFill>
              <a:ea typeface="Calibri"/>
              <a:cs typeface="Calibri"/>
            </a:endParaRPr>
          </a:p>
          <a:p>
            <a:pPr marL="285750" indent="-285750">
              <a:buFont typeface="Arial"/>
              <a:buChar char="•"/>
            </a:pPr>
            <a:r>
              <a:rPr lang="en-US" sz="1200">
                <a:solidFill>
                  <a:schemeClr val="bg1"/>
                </a:solidFill>
                <a:ea typeface="+mn-lt"/>
                <a:cs typeface="+mn-lt"/>
              </a:rPr>
              <a:t>Replayed packets appear valid at the protocol level</a:t>
            </a:r>
            <a:endParaRPr lang="en-US" sz="1200">
              <a:solidFill>
                <a:schemeClr val="bg1"/>
              </a:solidFill>
              <a:ea typeface="Calibri"/>
              <a:cs typeface="Calibri"/>
            </a:endParaRPr>
          </a:p>
          <a:p>
            <a:pPr marL="285750" indent="-285750">
              <a:buFont typeface="Arial"/>
              <a:buChar char="•"/>
            </a:pPr>
            <a:r>
              <a:rPr lang="en-US" sz="1200">
                <a:solidFill>
                  <a:schemeClr val="bg1"/>
                </a:solidFill>
                <a:ea typeface="+mn-lt"/>
                <a:cs typeface="+mn-lt"/>
              </a:rPr>
              <a:t>IPS detection method:</a:t>
            </a:r>
            <a:endParaRPr lang="en-US" sz="1200">
              <a:solidFill>
                <a:schemeClr val="bg1"/>
              </a:solidFill>
              <a:ea typeface="Calibri"/>
              <a:cs typeface="Calibri"/>
            </a:endParaRPr>
          </a:p>
          <a:p>
            <a:pPr marL="285750" indent="-285750">
              <a:buFont typeface="Arial"/>
              <a:buChar char="•"/>
            </a:pPr>
            <a:r>
              <a:rPr lang="en-US" sz="1200">
                <a:solidFill>
                  <a:schemeClr val="bg1"/>
                </a:solidFill>
                <a:ea typeface="+mn-lt"/>
                <a:cs typeface="+mn-lt"/>
              </a:rPr>
              <a:t>Monitor </a:t>
            </a:r>
            <a:r>
              <a:rPr lang="en-US" sz="1200" b="1">
                <a:solidFill>
                  <a:schemeClr val="bg1"/>
                </a:solidFill>
                <a:ea typeface="+mn-lt"/>
                <a:cs typeface="+mn-lt"/>
              </a:rPr>
              <a:t>inter‑packet delay (IPD)</a:t>
            </a:r>
            <a:endParaRPr lang="en-US" sz="1200">
              <a:solidFill>
                <a:schemeClr val="bg1"/>
              </a:solidFill>
              <a:ea typeface="Calibri"/>
              <a:cs typeface="Calibri"/>
            </a:endParaRPr>
          </a:p>
          <a:p>
            <a:pPr marL="285750" indent="-285750">
              <a:buFont typeface="Arial"/>
              <a:buChar char="•"/>
            </a:pPr>
            <a:r>
              <a:rPr lang="en-US" sz="1200">
                <a:solidFill>
                  <a:schemeClr val="bg1"/>
                </a:solidFill>
                <a:ea typeface="+mn-lt"/>
                <a:cs typeface="+mn-lt"/>
              </a:rPr>
              <a:t>Legitimate nodes: 5–10 seconds</a:t>
            </a:r>
            <a:endParaRPr lang="en-US" sz="1200">
              <a:solidFill>
                <a:schemeClr val="bg1"/>
              </a:solidFill>
              <a:ea typeface="Calibri"/>
              <a:cs typeface="Calibri"/>
            </a:endParaRPr>
          </a:p>
          <a:p>
            <a:pPr marL="285750" indent="-285750">
              <a:buFont typeface="Arial"/>
              <a:buChar char="•"/>
            </a:pPr>
            <a:r>
              <a:rPr lang="en-US" sz="1200">
                <a:solidFill>
                  <a:schemeClr val="bg1"/>
                </a:solidFill>
                <a:ea typeface="+mn-lt"/>
                <a:cs typeface="+mn-lt"/>
              </a:rPr>
              <a:t>Replay bursts: milliseconds</a:t>
            </a:r>
            <a:endParaRPr lang="en-US" sz="1200">
              <a:solidFill>
                <a:schemeClr val="bg1"/>
              </a:solidFill>
              <a:ea typeface="Calibri"/>
              <a:cs typeface="Calibri"/>
            </a:endParaRPr>
          </a:p>
          <a:p>
            <a:pPr marL="285750" indent="-285750">
              <a:buFont typeface="Arial"/>
              <a:buChar char="•"/>
            </a:pPr>
            <a:r>
              <a:rPr lang="en-US" sz="1200">
                <a:solidFill>
                  <a:schemeClr val="bg1"/>
                </a:solidFill>
                <a:ea typeface="+mn-lt"/>
                <a:cs typeface="+mn-lt"/>
              </a:rPr>
              <a:t>CNN‑LSTM flags abnormal IPD patterns as malicious</a:t>
            </a:r>
            <a:endParaRPr lang="en-US" sz="1200">
              <a:solidFill>
                <a:schemeClr val="bg1"/>
              </a:solidFill>
              <a:ea typeface="Calibri"/>
              <a:cs typeface="Calibri"/>
            </a:endParaRPr>
          </a:p>
          <a:p>
            <a:endParaRPr lang="en-US" sz="1200">
              <a:solidFill>
                <a:schemeClr val="bg1"/>
              </a:solidFill>
              <a:ea typeface="Calibri"/>
              <a:cs typeface="Calibri"/>
            </a:endParaRPr>
          </a:p>
        </p:txBody>
      </p:sp>
    </p:spTree>
    <p:extLst>
      <p:ext uri="{BB962C8B-B14F-4D97-AF65-F5344CB8AC3E}">
        <p14:creationId xmlns:p14="http://schemas.microsoft.com/office/powerpoint/2010/main" val="13413410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2A"/>
          </a:solidFill>
          <a:ln/>
        </p:spPr>
        <p:txBody>
          <a:bodyPr/>
          <a:lstStyle/>
          <a:p>
            <a:endParaRPr lang="en-US"/>
          </a:p>
        </p:txBody>
      </p:sp>
      <p:sp>
        <p:nvSpPr>
          <p:cNvPr id="3" name="Text 1"/>
          <p:cNvSpPr/>
          <p:nvPr/>
        </p:nvSpPr>
        <p:spPr>
          <a:xfrm>
            <a:off x="457200" y="0"/>
            <a:ext cx="8229600" cy="914400"/>
          </a:xfrm>
          <a:prstGeom prst="rect">
            <a:avLst/>
          </a:prstGeom>
          <a:noFill/>
          <a:ln/>
        </p:spPr>
        <p:txBody>
          <a:bodyPr wrap="square" rtlCol="0" anchor="ctr"/>
          <a:lstStyle/>
          <a:p>
            <a:pPr marL="0" indent="0" algn="l">
              <a:buNone/>
            </a:pPr>
            <a:r>
              <a:rPr lang="en-US" sz="2800" b="1">
                <a:solidFill>
                  <a:srgbClr val="FFFFFF"/>
                </a:solidFill>
                <a:latin typeface="Calibri" pitchFamily="34" charset="0"/>
                <a:ea typeface="Calibri" pitchFamily="34" charset="-122"/>
                <a:cs typeface="Calibri" pitchFamily="34" charset="-120"/>
              </a:rPr>
              <a:t>Isolation Forest Model</a:t>
            </a:r>
            <a:endParaRPr lang="en-US" sz="2800"/>
          </a:p>
        </p:txBody>
      </p:sp>
      <p:sp>
        <p:nvSpPr>
          <p:cNvPr id="4" name="Text 2"/>
          <p:cNvSpPr/>
          <p:nvPr/>
        </p:nvSpPr>
        <p:spPr>
          <a:xfrm>
            <a:off x="8046720" y="0"/>
            <a:ext cx="822960" cy="914400"/>
          </a:xfrm>
          <a:prstGeom prst="rect">
            <a:avLst/>
          </a:prstGeom>
          <a:noFill/>
          <a:ln/>
        </p:spPr>
        <p:txBody>
          <a:bodyPr wrap="square" lIns="91440" tIns="45720" rIns="91440" bIns="45720" rtlCol="0" anchor="ctr"/>
          <a:lstStyle/>
          <a:p>
            <a:pPr marL="0" indent="0" algn="r">
              <a:buNone/>
            </a:pPr>
            <a:r>
              <a:rPr lang="en-US" sz="3600" b="1">
                <a:solidFill>
                  <a:srgbClr val="00B4D8"/>
                </a:solidFill>
                <a:latin typeface="Calibri"/>
                <a:ea typeface="Calibri"/>
                <a:cs typeface="Calibri"/>
              </a:rPr>
              <a:t>06</a:t>
            </a:r>
            <a:endParaRPr lang="en-US" sz="3600"/>
          </a:p>
        </p:txBody>
      </p:sp>
      <p:sp>
        <p:nvSpPr>
          <p:cNvPr id="5" name="Text 3"/>
          <p:cNvSpPr/>
          <p:nvPr/>
        </p:nvSpPr>
        <p:spPr>
          <a:xfrm>
            <a:off x="34456" y="958486"/>
            <a:ext cx="4114800" cy="347472"/>
          </a:xfrm>
          <a:prstGeom prst="rect">
            <a:avLst/>
          </a:prstGeom>
          <a:noFill/>
          <a:ln/>
        </p:spPr>
        <p:txBody>
          <a:bodyPr wrap="square" rtlCol="0" anchor="ctr"/>
          <a:lstStyle/>
          <a:p>
            <a:pPr marL="0" indent="0">
              <a:buNone/>
            </a:pPr>
            <a:r>
              <a:rPr lang="en-US" sz="1500" b="1">
                <a:solidFill>
                  <a:srgbClr val="0D1B2A"/>
                </a:solidFill>
                <a:latin typeface="Calibri" pitchFamily="34" charset="0"/>
                <a:cs typeface="Calibri" pitchFamily="34" charset="-120"/>
              </a:rPr>
              <a:t>Why Isolation Forest:</a:t>
            </a:r>
            <a:endParaRPr lang="en-US" sz="1500"/>
          </a:p>
        </p:txBody>
      </p:sp>
      <p:sp>
        <p:nvSpPr>
          <p:cNvPr id="6" name="Shape 4"/>
          <p:cNvSpPr/>
          <p:nvPr/>
        </p:nvSpPr>
        <p:spPr>
          <a:xfrm>
            <a:off x="155935" y="1461252"/>
            <a:ext cx="73152" cy="320040"/>
          </a:xfrm>
          <a:prstGeom prst="rect">
            <a:avLst/>
          </a:prstGeom>
          <a:solidFill>
            <a:srgbClr val="00B4D8"/>
          </a:solidFill>
          <a:ln/>
        </p:spPr>
        <p:txBody>
          <a:bodyPr/>
          <a:lstStyle/>
          <a:p>
            <a:endParaRPr lang="en-US"/>
          </a:p>
        </p:txBody>
      </p:sp>
      <p:sp>
        <p:nvSpPr>
          <p:cNvPr id="7" name="Text 5"/>
          <p:cNvSpPr/>
          <p:nvPr/>
        </p:nvSpPr>
        <p:spPr>
          <a:xfrm>
            <a:off x="320527" y="1461252"/>
            <a:ext cx="4023360" cy="384048"/>
          </a:xfrm>
          <a:prstGeom prst="rect">
            <a:avLst/>
          </a:prstGeom>
          <a:noFill/>
          <a:ln/>
        </p:spPr>
        <p:txBody>
          <a:bodyPr wrap="square" rtlCol="0" anchor="ctr"/>
          <a:lstStyle/>
          <a:p>
            <a:pPr marL="0" indent="0">
              <a:buNone/>
            </a:pPr>
            <a:r>
              <a:rPr lang="en-US" sz="1100">
                <a:solidFill>
                  <a:srgbClr val="1A1A2E"/>
                </a:solidFill>
                <a:latin typeface="Calibri" pitchFamily="34" charset="0"/>
                <a:ea typeface="Calibri" pitchFamily="34" charset="-122"/>
                <a:cs typeface="Calibri" pitchFamily="34" charset="-120"/>
              </a:rPr>
              <a:t>Unsupervised anomaly detection, no labelled training data required</a:t>
            </a:r>
            <a:endParaRPr lang="en-US" sz="1100"/>
          </a:p>
        </p:txBody>
      </p:sp>
      <p:sp>
        <p:nvSpPr>
          <p:cNvPr id="8" name="Shape 6"/>
          <p:cNvSpPr/>
          <p:nvPr/>
        </p:nvSpPr>
        <p:spPr>
          <a:xfrm>
            <a:off x="155935" y="1991604"/>
            <a:ext cx="73152" cy="320040"/>
          </a:xfrm>
          <a:prstGeom prst="rect">
            <a:avLst/>
          </a:prstGeom>
          <a:solidFill>
            <a:srgbClr val="00B4D8"/>
          </a:solidFill>
          <a:ln/>
        </p:spPr>
        <p:txBody>
          <a:bodyPr/>
          <a:lstStyle/>
          <a:p>
            <a:endParaRPr lang="en-US"/>
          </a:p>
        </p:txBody>
      </p:sp>
      <p:sp>
        <p:nvSpPr>
          <p:cNvPr id="9" name="Text 7"/>
          <p:cNvSpPr/>
          <p:nvPr/>
        </p:nvSpPr>
        <p:spPr>
          <a:xfrm>
            <a:off x="320527" y="1991604"/>
            <a:ext cx="4023360" cy="384048"/>
          </a:xfrm>
          <a:prstGeom prst="rect">
            <a:avLst/>
          </a:prstGeom>
          <a:noFill/>
          <a:ln/>
        </p:spPr>
        <p:txBody>
          <a:bodyPr wrap="square" rtlCol="0" anchor="ctr"/>
          <a:lstStyle/>
          <a:p>
            <a:pPr marL="0" indent="0">
              <a:buNone/>
            </a:pPr>
            <a:r>
              <a:rPr lang="en-US" sz="1100">
                <a:solidFill>
                  <a:srgbClr val="1A1A2E"/>
                </a:solidFill>
                <a:latin typeface="Calibri" pitchFamily="34" charset="0"/>
                <a:ea typeface="Calibri" pitchFamily="34" charset="-122"/>
                <a:cs typeface="Calibri" pitchFamily="34" charset="-120"/>
              </a:rPr>
              <a:t>Builds random isolation trees; anomalies are isolated in fewer splits</a:t>
            </a:r>
            <a:endParaRPr lang="en-US" sz="1100"/>
          </a:p>
        </p:txBody>
      </p:sp>
      <p:sp>
        <p:nvSpPr>
          <p:cNvPr id="10" name="Shape 8"/>
          <p:cNvSpPr/>
          <p:nvPr/>
        </p:nvSpPr>
        <p:spPr>
          <a:xfrm>
            <a:off x="155935" y="2521956"/>
            <a:ext cx="73152" cy="320040"/>
          </a:xfrm>
          <a:prstGeom prst="rect">
            <a:avLst/>
          </a:prstGeom>
          <a:solidFill>
            <a:srgbClr val="00B4D8"/>
          </a:solidFill>
          <a:ln/>
        </p:spPr>
        <p:txBody>
          <a:bodyPr/>
          <a:lstStyle/>
          <a:p>
            <a:endParaRPr lang="en-US"/>
          </a:p>
        </p:txBody>
      </p:sp>
      <p:sp>
        <p:nvSpPr>
          <p:cNvPr id="11" name="Text 9"/>
          <p:cNvSpPr/>
          <p:nvPr/>
        </p:nvSpPr>
        <p:spPr>
          <a:xfrm>
            <a:off x="320527" y="2521956"/>
            <a:ext cx="4023360" cy="384048"/>
          </a:xfrm>
          <a:prstGeom prst="rect">
            <a:avLst/>
          </a:prstGeom>
          <a:noFill/>
          <a:ln/>
        </p:spPr>
        <p:txBody>
          <a:bodyPr wrap="square" rtlCol="0" anchor="ctr"/>
          <a:lstStyle/>
          <a:p>
            <a:pPr marL="0" indent="0">
              <a:buNone/>
            </a:pPr>
            <a:r>
              <a:rPr lang="en-US" sz="1100">
                <a:solidFill>
                  <a:srgbClr val="1A1A2E"/>
                </a:solidFill>
                <a:latin typeface="Calibri" pitchFamily="34" charset="0"/>
                <a:ea typeface="Calibri" pitchFamily="34" charset="-122"/>
                <a:cs typeface="Calibri" pitchFamily="34" charset="-120"/>
              </a:rPr>
              <a:t>Each HTTP request scored, scores &lt; -0.3 flagged as anomalous</a:t>
            </a:r>
            <a:endParaRPr lang="en-US" sz="1100"/>
          </a:p>
        </p:txBody>
      </p:sp>
      <p:sp>
        <p:nvSpPr>
          <p:cNvPr id="12" name="Shape 10"/>
          <p:cNvSpPr/>
          <p:nvPr/>
        </p:nvSpPr>
        <p:spPr>
          <a:xfrm>
            <a:off x="155935" y="3052308"/>
            <a:ext cx="73152" cy="320040"/>
          </a:xfrm>
          <a:prstGeom prst="rect">
            <a:avLst/>
          </a:prstGeom>
          <a:solidFill>
            <a:srgbClr val="00B4D8"/>
          </a:solidFill>
          <a:ln/>
        </p:spPr>
        <p:txBody>
          <a:bodyPr/>
          <a:lstStyle/>
          <a:p>
            <a:endParaRPr lang="en-US"/>
          </a:p>
        </p:txBody>
      </p:sp>
      <p:sp>
        <p:nvSpPr>
          <p:cNvPr id="13" name="Text 11"/>
          <p:cNvSpPr/>
          <p:nvPr/>
        </p:nvSpPr>
        <p:spPr>
          <a:xfrm>
            <a:off x="320527" y="3052308"/>
            <a:ext cx="4023360" cy="384048"/>
          </a:xfrm>
          <a:prstGeom prst="rect">
            <a:avLst/>
          </a:prstGeom>
          <a:noFill/>
          <a:ln/>
        </p:spPr>
        <p:txBody>
          <a:bodyPr wrap="square" rtlCol="0" anchor="ctr"/>
          <a:lstStyle/>
          <a:p>
            <a:pPr marL="0" indent="0">
              <a:buNone/>
            </a:pPr>
            <a:r>
              <a:rPr lang="en-US" sz="1100">
                <a:solidFill>
                  <a:srgbClr val="1A1A2E"/>
                </a:solidFill>
                <a:latin typeface="Calibri" pitchFamily="34" charset="0"/>
                <a:ea typeface="Calibri" pitchFamily="34" charset="-122"/>
                <a:cs typeface="Calibri" pitchFamily="34" charset="-120"/>
              </a:rPr>
              <a:t>Multiple strikes trigger an automatic 120-second IP ban; subsequent requests are dropped with a 403 response.</a:t>
            </a:r>
            <a:endParaRPr lang="en-US" sz="1100"/>
          </a:p>
        </p:txBody>
      </p:sp>
      <p:sp>
        <p:nvSpPr>
          <p:cNvPr id="15" name="Text 13"/>
          <p:cNvSpPr/>
          <p:nvPr/>
        </p:nvSpPr>
        <p:spPr>
          <a:xfrm>
            <a:off x="4736592" y="1461252"/>
            <a:ext cx="4023360" cy="384048"/>
          </a:xfrm>
          <a:prstGeom prst="rect">
            <a:avLst/>
          </a:prstGeom>
          <a:noFill/>
          <a:ln/>
        </p:spPr>
        <p:txBody>
          <a:bodyPr wrap="square" rtlCol="0" anchor="ctr"/>
          <a:lstStyle/>
          <a:p>
            <a:pPr marL="0" indent="0">
              <a:buNone/>
            </a:pPr>
            <a:r>
              <a:rPr lang="en-US" sz="1100"/>
              <a:t>packet_size: distinguishes large payload attacks from normal sensor POSTs </a:t>
            </a:r>
          </a:p>
        </p:txBody>
      </p:sp>
      <p:sp>
        <p:nvSpPr>
          <p:cNvPr id="16" name="Shape 14"/>
          <p:cNvSpPr/>
          <p:nvPr/>
        </p:nvSpPr>
        <p:spPr>
          <a:xfrm>
            <a:off x="155935" y="3889536"/>
            <a:ext cx="4187952" cy="713232"/>
          </a:xfrm>
          <a:prstGeom prst="rect">
            <a:avLst/>
          </a:prstGeom>
          <a:solidFill>
            <a:srgbClr val="E8F4F8"/>
          </a:solidFill>
          <a:ln w="12700">
            <a:solidFill>
              <a:srgbClr val="1A6FA0"/>
            </a:solidFill>
            <a:prstDash val="solid"/>
          </a:ln>
        </p:spPr>
        <p:txBody>
          <a:bodyPr/>
          <a:lstStyle/>
          <a:p>
            <a:endParaRPr lang="en-US"/>
          </a:p>
        </p:txBody>
      </p:sp>
      <p:sp>
        <p:nvSpPr>
          <p:cNvPr id="17" name="Text 15"/>
          <p:cNvSpPr/>
          <p:nvPr/>
        </p:nvSpPr>
        <p:spPr>
          <a:xfrm>
            <a:off x="220739" y="3926112"/>
            <a:ext cx="4123147" cy="640080"/>
          </a:xfrm>
          <a:prstGeom prst="rect">
            <a:avLst/>
          </a:prstGeom>
          <a:noFill/>
          <a:ln/>
        </p:spPr>
        <p:txBody>
          <a:bodyPr wrap="square" rtlCol="0" anchor="ctr"/>
          <a:lstStyle/>
          <a:p>
            <a:pPr marL="0" indent="0">
              <a:buNone/>
            </a:pPr>
            <a:r>
              <a:rPr lang="en-US" sz="1000">
                <a:solidFill>
                  <a:srgbClr val="0D1B2A"/>
                </a:solidFill>
                <a:latin typeface="Consolas" pitchFamily="34" charset="0"/>
                <a:ea typeface="Consolas" pitchFamily="34" charset="-122"/>
                <a:cs typeface="Consolas" pitchFamily="34" charset="-120"/>
              </a:rPr>
              <a:t>contamination=0.2 | n_estimators=100 | </a:t>
            </a:r>
            <a:r>
              <a:rPr lang="en-US" sz="1000" err="1">
                <a:solidFill>
                  <a:srgbClr val="0D1B2A"/>
                </a:solidFill>
                <a:latin typeface="Consolas" pitchFamily="34" charset="0"/>
                <a:ea typeface="Consolas" pitchFamily="34" charset="-122"/>
                <a:cs typeface="Consolas" pitchFamily="34" charset="-120"/>
              </a:rPr>
              <a:t>random_state</a:t>
            </a:r>
            <a:r>
              <a:rPr lang="en-US" sz="1000">
                <a:solidFill>
                  <a:srgbClr val="0D1B2A"/>
                </a:solidFill>
                <a:latin typeface="Consolas" pitchFamily="34" charset="0"/>
                <a:ea typeface="Consolas" pitchFamily="34" charset="-122"/>
                <a:cs typeface="Consolas" pitchFamily="34" charset="-120"/>
              </a:rPr>
              <a:t>=42</a:t>
            </a:r>
            <a:endParaRPr lang="en-US" sz="1000"/>
          </a:p>
          <a:p>
            <a:pPr marL="0" indent="0">
              <a:buNone/>
            </a:pPr>
            <a:r>
              <a:rPr lang="en-US" sz="1000">
                <a:solidFill>
                  <a:srgbClr val="0D1B2A"/>
                </a:solidFill>
                <a:latin typeface="Consolas" pitchFamily="34" charset="0"/>
                <a:ea typeface="Consolas" pitchFamily="34" charset="-122"/>
                <a:cs typeface="Consolas" pitchFamily="34" charset="-120"/>
              </a:rPr>
              <a:t>Trained on 140,000+ HTTP records</a:t>
            </a:r>
            <a:endParaRPr lang="en-US" sz="1000"/>
          </a:p>
        </p:txBody>
      </p:sp>
      <p:sp>
        <p:nvSpPr>
          <p:cNvPr id="18" name="Text 16"/>
          <p:cNvSpPr/>
          <p:nvPr/>
        </p:nvSpPr>
        <p:spPr>
          <a:xfrm>
            <a:off x="4754880" y="1005840"/>
            <a:ext cx="4114800" cy="347472"/>
          </a:xfrm>
          <a:prstGeom prst="rect">
            <a:avLst/>
          </a:prstGeom>
          <a:noFill/>
          <a:ln/>
        </p:spPr>
        <p:txBody>
          <a:bodyPr wrap="square" rtlCol="0" anchor="ctr"/>
          <a:lstStyle/>
          <a:p>
            <a:pPr marL="0" indent="0">
              <a:buNone/>
            </a:pPr>
            <a:endParaRPr lang="en-US" sz="1500"/>
          </a:p>
        </p:txBody>
      </p:sp>
      <p:sp>
        <p:nvSpPr>
          <p:cNvPr id="19" name="Text 3">
            <a:extLst>
              <a:ext uri="{FF2B5EF4-FFF2-40B4-BE49-F238E27FC236}">
                <a16:creationId xmlns:a16="http://schemas.microsoft.com/office/drawing/2014/main" id="{11DB2AA6-7203-7D6A-19AE-A2EAB94D03B3}"/>
              </a:ext>
            </a:extLst>
          </p:cNvPr>
          <p:cNvSpPr/>
          <p:nvPr/>
        </p:nvSpPr>
        <p:spPr>
          <a:xfrm>
            <a:off x="4530256" y="958486"/>
            <a:ext cx="4114800" cy="347472"/>
          </a:xfrm>
          <a:prstGeom prst="rect">
            <a:avLst/>
          </a:prstGeom>
          <a:noFill/>
          <a:ln/>
        </p:spPr>
        <p:txBody>
          <a:bodyPr wrap="square" rtlCol="0" anchor="ctr"/>
          <a:lstStyle/>
          <a:p>
            <a:pPr marL="0" indent="0">
              <a:buNone/>
            </a:pPr>
            <a:r>
              <a:rPr lang="en-US" sz="1500" b="1">
                <a:solidFill>
                  <a:srgbClr val="0D1B2A"/>
                </a:solidFill>
                <a:latin typeface="Calibri" pitchFamily="34" charset="0"/>
                <a:cs typeface="Calibri" pitchFamily="34" charset="-120"/>
              </a:rPr>
              <a:t>Features:</a:t>
            </a:r>
            <a:endParaRPr lang="en-US" sz="1500"/>
          </a:p>
        </p:txBody>
      </p:sp>
      <p:sp>
        <p:nvSpPr>
          <p:cNvPr id="21" name="Text 13">
            <a:extLst>
              <a:ext uri="{FF2B5EF4-FFF2-40B4-BE49-F238E27FC236}">
                <a16:creationId xmlns:a16="http://schemas.microsoft.com/office/drawing/2014/main" id="{E6D86462-6021-5C88-9747-0F146BC53B6C}"/>
              </a:ext>
            </a:extLst>
          </p:cNvPr>
          <p:cNvSpPr/>
          <p:nvPr/>
        </p:nvSpPr>
        <p:spPr>
          <a:xfrm>
            <a:off x="4736592" y="1991604"/>
            <a:ext cx="4023360" cy="384048"/>
          </a:xfrm>
          <a:prstGeom prst="rect">
            <a:avLst/>
          </a:prstGeom>
          <a:noFill/>
          <a:ln/>
        </p:spPr>
        <p:txBody>
          <a:bodyPr wrap="square" rtlCol="0" anchor="ctr"/>
          <a:lstStyle/>
          <a:p>
            <a:pPr marL="0" indent="0">
              <a:buNone/>
            </a:pPr>
            <a:r>
              <a:rPr lang="en-US" sz="1100"/>
              <a:t>packet_rate: flood attacks generate abnormally high requests per second</a:t>
            </a:r>
          </a:p>
        </p:txBody>
      </p:sp>
      <p:sp>
        <p:nvSpPr>
          <p:cNvPr id="23" name="Text 13">
            <a:extLst>
              <a:ext uri="{FF2B5EF4-FFF2-40B4-BE49-F238E27FC236}">
                <a16:creationId xmlns:a16="http://schemas.microsoft.com/office/drawing/2014/main" id="{61EC1977-6946-CB82-5CCE-D3BC680686E2}"/>
              </a:ext>
            </a:extLst>
          </p:cNvPr>
          <p:cNvSpPr/>
          <p:nvPr/>
        </p:nvSpPr>
        <p:spPr>
          <a:xfrm>
            <a:off x="4736592" y="2521956"/>
            <a:ext cx="4023360" cy="384048"/>
          </a:xfrm>
          <a:prstGeom prst="rect">
            <a:avLst/>
          </a:prstGeom>
          <a:noFill/>
          <a:ln/>
        </p:spPr>
        <p:txBody>
          <a:bodyPr wrap="square" rtlCol="0" anchor="ctr"/>
          <a:lstStyle/>
          <a:p>
            <a:pPr marL="0" indent="0">
              <a:buNone/>
            </a:pPr>
            <a:r>
              <a:rPr lang="en-US" sz="1100"/>
              <a:t>byte_rate: byte throughput catches both high-rate and large-payload anomalies</a:t>
            </a:r>
          </a:p>
        </p:txBody>
      </p:sp>
      <p:sp>
        <p:nvSpPr>
          <p:cNvPr id="25" name="Text 13">
            <a:extLst>
              <a:ext uri="{FF2B5EF4-FFF2-40B4-BE49-F238E27FC236}">
                <a16:creationId xmlns:a16="http://schemas.microsoft.com/office/drawing/2014/main" id="{BC1AD974-EA49-B2EB-26C6-BF07B22C3791}"/>
              </a:ext>
            </a:extLst>
          </p:cNvPr>
          <p:cNvSpPr/>
          <p:nvPr/>
        </p:nvSpPr>
        <p:spPr>
          <a:xfrm>
            <a:off x="4736592" y="3048333"/>
            <a:ext cx="4023360" cy="384048"/>
          </a:xfrm>
          <a:prstGeom prst="rect">
            <a:avLst/>
          </a:prstGeom>
          <a:noFill/>
          <a:ln/>
        </p:spPr>
        <p:txBody>
          <a:bodyPr wrap="square" rtlCol="0" anchor="ctr"/>
          <a:lstStyle/>
          <a:p>
            <a:pPr marL="0" indent="0">
              <a:buNone/>
            </a:pPr>
            <a:r>
              <a:rPr lang="en-US" sz="1100"/>
              <a:t>src_port: attackers often use ephemeral high ports in rapid succession</a:t>
            </a:r>
          </a:p>
        </p:txBody>
      </p:sp>
      <p:sp>
        <p:nvSpPr>
          <p:cNvPr id="27" name="Text 13">
            <a:extLst>
              <a:ext uri="{FF2B5EF4-FFF2-40B4-BE49-F238E27FC236}">
                <a16:creationId xmlns:a16="http://schemas.microsoft.com/office/drawing/2014/main" id="{72DED53C-6718-8957-4C7D-57A874597C2F}"/>
              </a:ext>
            </a:extLst>
          </p:cNvPr>
          <p:cNvSpPr/>
          <p:nvPr/>
        </p:nvSpPr>
        <p:spPr>
          <a:xfrm>
            <a:off x="4724665" y="3642693"/>
            <a:ext cx="4023360" cy="384048"/>
          </a:xfrm>
          <a:prstGeom prst="rect">
            <a:avLst/>
          </a:prstGeom>
          <a:noFill/>
          <a:ln/>
        </p:spPr>
        <p:txBody>
          <a:bodyPr wrap="square" rtlCol="0" anchor="ctr"/>
          <a:lstStyle/>
          <a:p>
            <a:pPr marL="0" indent="0">
              <a:buNone/>
            </a:pPr>
            <a:r>
              <a:rPr lang="en-US" sz="1100"/>
              <a:t>endpoint_code: probing unknown endpoints like /admin or /reset is a strong attack signal.</a:t>
            </a:r>
          </a:p>
        </p:txBody>
      </p:sp>
      <p:sp>
        <p:nvSpPr>
          <p:cNvPr id="29" name="Flowchart: Connector 28">
            <a:extLst>
              <a:ext uri="{FF2B5EF4-FFF2-40B4-BE49-F238E27FC236}">
                <a16:creationId xmlns:a16="http://schemas.microsoft.com/office/drawing/2014/main" id="{4B5F3E24-E9AF-5C9A-E32B-67AF5725D9B8}"/>
              </a:ext>
            </a:extLst>
          </p:cNvPr>
          <p:cNvSpPr/>
          <p:nvPr/>
        </p:nvSpPr>
        <p:spPr>
          <a:xfrm>
            <a:off x="4621696" y="1603878"/>
            <a:ext cx="102969" cy="114300"/>
          </a:xfrm>
          <a:prstGeom prst="flowChartConnector">
            <a:avLst/>
          </a:prstGeom>
          <a:solidFill>
            <a:srgbClr val="00B4D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lowchart: Connector 29">
            <a:extLst>
              <a:ext uri="{FF2B5EF4-FFF2-40B4-BE49-F238E27FC236}">
                <a16:creationId xmlns:a16="http://schemas.microsoft.com/office/drawing/2014/main" id="{0134133E-9892-E4B3-2268-1D08D15197E5}"/>
              </a:ext>
            </a:extLst>
          </p:cNvPr>
          <p:cNvSpPr/>
          <p:nvPr/>
        </p:nvSpPr>
        <p:spPr>
          <a:xfrm>
            <a:off x="4623483" y="2143674"/>
            <a:ext cx="102969" cy="114300"/>
          </a:xfrm>
          <a:prstGeom prst="flowChartConnector">
            <a:avLst/>
          </a:prstGeom>
          <a:solidFill>
            <a:srgbClr val="00B4D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lowchart: Connector 30">
            <a:extLst>
              <a:ext uri="{FF2B5EF4-FFF2-40B4-BE49-F238E27FC236}">
                <a16:creationId xmlns:a16="http://schemas.microsoft.com/office/drawing/2014/main" id="{29145298-F989-4CB5-536C-D5B9C52C0E17}"/>
              </a:ext>
            </a:extLst>
          </p:cNvPr>
          <p:cNvSpPr/>
          <p:nvPr/>
        </p:nvSpPr>
        <p:spPr>
          <a:xfrm>
            <a:off x="4621695" y="2659316"/>
            <a:ext cx="102969" cy="114300"/>
          </a:xfrm>
          <a:prstGeom prst="flowChartConnector">
            <a:avLst/>
          </a:prstGeom>
          <a:solidFill>
            <a:srgbClr val="00B4D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lowchart: Connector 31">
            <a:extLst>
              <a:ext uri="{FF2B5EF4-FFF2-40B4-BE49-F238E27FC236}">
                <a16:creationId xmlns:a16="http://schemas.microsoft.com/office/drawing/2014/main" id="{580C536C-5380-DDD1-F18E-0372C014432F}"/>
              </a:ext>
            </a:extLst>
          </p:cNvPr>
          <p:cNvSpPr/>
          <p:nvPr/>
        </p:nvSpPr>
        <p:spPr>
          <a:xfrm>
            <a:off x="4622491" y="3190212"/>
            <a:ext cx="102969" cy="114300"/>
          </a:xfrm>
          <a:prstGeom prst="flowChartConnector">
            <a:avLst/>
          </a:prstGeom>
          <a:solidFill>
            <a:srgbClr val="00B4D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lowchart: Connector 32">
            <a:extLst>
              <a:ext uri="{FF2B5EF4-FFF2-40B4-BE49-F238E27FC236}">
                <a16:creationId xmlns:a16="http://schemas.microsoft.com/office/drawing/2014/main" id="{160BAE10-A2A6-7747-8FED-6B4C2BCCC38F}"/>
              </a:ext>
            </a:extLst>
          </p:cNvPr>
          <p:cNvSpPr/>
          <p:nvPr/>
        </p:nvSpPr>
        <p:spPr>
          <a:xfrm>
            <a:off x="4621694" y="3778418"/>
            <a:ext cx="102969" cy="114300"/>
          </a:xfrm>
          <a:prstGeom prst="flowChartConnector">
            <a:avLst/>
          </a:prstGeom>
          <a:solidFill>
            <a:srgbClr val="00B4D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81BA24-90B8-6BFC-4569-F2D38A8450D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12A9A57-4E63-F8F7-933C-0222B38043E8}"/>
              </a:ext>
            </a:extLst>
          </p:cNvPr>
          <p:cNvSpPr/>
          <p:nvPr/>
        </p:nvSpPr>
        <p:spPr>
          <a:xfrm>
            <a:off x="0" y="0"/>
            <a:ext cx="9144000" cy="914400"/>
          </a:xfrm>
          <a:prstGeom prst="rect">
            <a:avLst/>
          </a:prstGeom>
          <a:solidFill>
            <a:srgbClr val="0D1B2A"/>
          </a:solidFill>
          <a:ln/>
        </p:spPr>
        <p:txBody>
          <a:bodyPr/>
          <a:lstStyle/>
          <a:p>
            <a:endParaRPr lang="en-US"/>
          </a:p>
        </p:txBody>
      </p:sp>
      <p:sp>
        <p:nvSpPr>
          <p:cNvPr id="3" name="Text 1">
            <a:extLst>
              <a:ext uri="{FF2B5EF4-FFF2-40B4-BE49-F238E27FC236}">
                <a16:creationId xmlns:a16="http://schemas.microsoft.com/office/drawing/2014/main" id="{DCA1C0B8-20A9-1A76-9C89-8ACD3B7A4705}"/>
              </a:ext>
            </a:extLst>
          </p:cNvPr>
          <p:cNvSpPr/>
          <p:nvPr/>
        </p:nvSpPr>
        <p:spPr>
          <a:xfrm>
            <a:off x="457200" y="0"/>
            <a:ext cx="8229600" cy="914400"/>
          </a:xfrm>
          <a:prstGeom prst="rect">
            <a:avLst/>
          </a:prstGeom>
          <a:noFill/>
          <a:ln/>
        </p:spPr>
        <p:txBody>
          <a:bodyPr wrap="square" rtlCol="0" anchor="ctr"/>
          <a:lstStyle/>
          <a:p>
            <a:pPr marL="0" indent="0" algn="l">
              <a:buNone/>
            </a:pPr>
            <a:r>
              <a:rPr lang="en-US" sz="2800" b="1">
                <a:solidFill>
                  <a:srgbClr val="FFFFFF"/>
                </a:solidFill>
                <a:latin typeface="Calibri" pitchFamily="34" charset="0"/>
                <a:ea typeface="Calibri" pitchFamily="34" charset="-122"/>
                <a:cs typeface="Calibri" pitchFamily="34" charset="-120"/>
              </a:rPr>
              <a:t>Isolation Forest Results</a:t>
            </a:r>
            <a:endParaRPr lang="en-US" sz="2800"/>
          </a:p>
        </p:txBody>
      </p:sp>
      <p:sp>
        <p:nvSpPr>
          <p:cNvPr id="4" name="Text 2">
            <a:extLst>
              <a:ext uri="{FF2B5EF4-FFF2-40B4-BE49-F238E27FC236}">
                <a16:creationId xmlns:a16="http://schemas.microsoft.com/office/drawing/2014/main" id="{FBCC2DC8-E788-67CD-B9C3-B04D71BF58ED}"/>
              </a:ext>
            </a:extLst>
          </p:cNvPr>
          <p:cNvSpPr/>
          <p:nvPr/>
        </p:nvSpPr>
        <p:spPr>
          <a:xfrm>
            <a:off x="8046720" y="0"/>
            <a:ext cx="822960" cy="914400"/>
          </a:xfrm>
          <a:prstGeom prst="rect">
            <a:avLst/>
          </a:prstGeom>
          <a:noFill/>
          <a:ln/>
        </p:spPr>
        <p:txBody>
          <a:bodyPr wrap="square" lIns="91440" tIns="45720" rIns="91440" bIns="45720" rtlCol="0" anchor="ctr"/>
          <a:lstStyle/>
          <a:p>
            <a:pPr marL="0" indent="0" algn="r">
              <a:buNone/>
            </a:pPr>
            <a:r>
              <a:rPr lang="en-US" sz="3600" b="1">
                <a:solidFill>
                  <a:srgbClr val="00B4D8"/>
                </a:solidFill>
                <a:latin typeface="Calibri"/>
                <a:cs typeface="Calibri"/>
              </a:rPr>
              <a:t>07</a:t>
            </a:r>
            <a:endParaRPr lang="en-US" sz="3600"/>
          </a:p>
        </p:txBody>
      </p:sp>
      <p:sp>
        <p:nvSpPr>
          <p:cNvPr id="5" name="Text 3">
            <a:extLst>
              <a:ext uri="{FF2B5EF4-FFF2-40B4-BE49-F238E27FC236}">
                <a16:creationId xmlns:a16="http://schemas.microsoft.com/office/drawing/2014/main" id="{E3686B89-FC16-9973-5F8F-EF4404469975}"/>
              </a:ext>
            </a:extLst>
          </p:cNvPr>
          <p:cNvSpPr/>
          <p:nvPr/>
        </p:nvSpPr>
        <p:spPr>
          <a:xfrm>
            <a:off x="365760" y="1005840"/>
            <a:ext cx="4114800" cy="347472"/>
          </a:xfrm>
          <a:prstGeom prst="rect">
            <a:avLst/>
          </a:prstGeom>
          <a:noFill/>
          <a:ln/>
        </p:spPr>
        <p:txBody>
          <a:bodyPr wrap="square" rtlCol="0" anchor="ctr"/>
          <a:lstStyle/>
          <a:p>
            <a:pPr marL="0" indent="0">
              <a:buNone/>
            </a:pPr>
            <a:endParaRPr lang="en-US" sz="1500"/>
          </a:p>
        </p:txBody>
      </p:sp>
      <p:sp>
        <p:nvSpPr>
          <p:cNvPr id="18" name="Text 16">
            <a:extLst>
              <a:ext uri="{FF2B5EF4-FFF2-40B4-BE49-F238E27FC236}">
                <a16:creationId xmlns:a16="http://schemas.microsoft.com/office/drawing/2014/main" id="{7769CB60-D7B9-C2E2-EB9A-DDE7F6B08589}"/>
              </a:ext>
            </a:extLst>
          </p:cNvPr>
          <p:cNvSpPr/>
          <p:nvPr/>
        </p:nvSpPr>
        <p:spPr>
          <a:xfrm>
            <a:off x="6193021" y="1111837"/>
            <a:ext cx="4114800" cy="347472"/>
          </a:xfrm>
          <a:prstGeom prst="rect">
            <a:avLst/>
          </a:prstGeom>
          <a:noFill/>
          <a:ln/>
        </p:spPr>
        <p:txBody>
          <a:bodyPr wrap="square" rtlCol="0" anchor="ctr"/>
          <a:lstStyle/>
          <a:p>
            <a:pPr marL="0" indent="0">
              <a:buNone/>
            </a:pPr>
            <a:r>
              <a:rPr lang="en-US" sz="1500" b="1">
                <a:solidFill>
                  <a:srgbClr val="0D1B2A"/>
                </a:solidFill>
                <a:latin typeface="Calibri" pitchFamily="34" charset="0"/>
                <a:ea typeface="Calibri" pitchFamily="34" charset="-122"/>
                <a:cs typeface="Calibri" pitchFamily="34" charset="-120"/>
              </a:rPr>
              <a:t>Detection Results</a:t>
            </a:r>
            <a:endParaRPr lang="en-US" sz="1500"/>
          </a:p>
        </p:txBody>
      </p:sp>
      <p:graphicFrame>
        <p:nvGraphicFramePr>
          <p:cNvPr id="20" name="Table 0">
            <a:extLst>
              <a:ext uri="{FF2B5EF4-FFF2-40B4-BE49-F238E27FC236}">
                <a16:creationId xmlns:a16="http://schemas.microsoft.com/office/drawing/2014/main" id="{FF4DF363-6F00-90F2-2542-3796D498E41F}"/>
              </a:ext>
            </a:extLst>
          </p:cNvPr>
          <p:cNvGraphicFramePr>
            <a:graphicFrameLocks noGrp="1"/>
          </p:cNvGraphicFramePr>
          <p:nvPr/>
        </p:nvGraphicFramePr>
        <p:xfrm>
          <a:off x="4853188" y="3594791"/>
          <a:ext cx="4114800" cy="1463040"/>
        </p:xfrm>
        <a:graphic>
          <a:graphicData uri="http://schemas.openxmlformats.org/drawingml/2006/table">
            <a:tbl>
              <a:tblPr/>
              <a:tblGrid>
                <a:gridCol w="20574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tblGrid>
              <a:tr h="228112">
                <a:tc>
                  <a:txBody>
                    <a:bodyPr/>
                    <a:lstStyle/>
                    <a:p>
                      <a:pPr marL="0" indent="0" algn="ctr">
                        <a:buNone/>
                      </a:pPr>
                      <a:r>
                        <a:rPr lang="en-US" sz="1000" b="1">
                          <a:solidFill>
                            <a:srgbClr val="FFFFFF"/>
                          </a:solidFill>
                          <a:latin typeface="Calibri" pitchFamily="34" charset="0"/>
                          <a:ea typeface="Calibri" pitchFamily="34" charset="-122"/>
                          <a:cs typeface="Calibri" pitchFamily="34" charset="-120"/>
                        </a:rPr>
                        <a:t>Attack Type</a:t>
                      </a:r>
                      <a:endParaRPr lang="en-US" sz="100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0D1B2A"/>
                    </a:solidFill>
                  </a:tcPr>
                </a:tc>
                <a:tc>
                  <a:txBody>
                    <a:bodyPr/>
                    <a:lstStyle/>
                    <a:p>
                      <a:pPr marL="0" indent="0" algn="ctr">
                        <a:buNone/>
                      </a:pPr>
                      <a:r>
                        <a:rPr lang="en-US" sz="1000" b="1">
                          <a:solidFill>
                            <a:srgbClr val="FFFFFF"/>
                          </a:solidFill>
                          <a:latin typeface="Calibri" pitchFamily="34" charset="0"/>
                          <a:ea typeface="Calibri" pitchFamily="34" charset="-122"/>
                          <a:cs typeface="Calibri" pitchFamily="34" charset="-120"/>
                        </a:rPr>
                        <a:t>Detection Rate</a:t>
                      </a:r>
                      <a:endParaRPr lang="en-US" sz="100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0D1B2A"/>
                    </a:solidFill>
                  </a:tcPr>
                </a:tc>
                <a:extLst>
                  <a:ext uri="{0D108BD9-81ED-4DB2-BD59-A6C34878D82A}">
                    <a16:rowId xmlns:a16="http://schemas.microsoft.com/office/drawing/2014/main" val="10000"/>
                  </a:ext>
                </a:extLst>
              </a:tr>
              <a:tr h="228112">
                <a:tc>
                  <a:txBody>
                    <a:bodyPr/>
                    <a:lstStyle/>
                    <a:p>
                      <a:pPr marL="0" indent="0" algn="ctr">
                        <a:buNone/>
                      </a:pPr>
                      <a:r>
                        <a:rPr lang="en-US" sz="1000">
                          <a:solidFill>
                            <a:srgbClr val="000000"/>
                          </a:solidFill>
                          <a:latin typeface="Calibri" pitchFamily="34" charset="0"/>
                          <a:ea typeface="Calibri" pitchFamily="34" charset="-122"/>
                          <a:cs typeface="Calibri" pitchFamily="34" charset="-120"/>
                        </a:rPr>
                        <a:t>HTTP DoS Flood</a:t>
                      </a:r>
                      <a:endParaRPr lang="en-US" sz="100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lgn="ctr">
                        <a:buNone/>
                      </a:pPr>
                      <a:r>
                        <a:rPr lang="en-US" sz="1000">
                          <a:solidFill>
                            <a:srgbClr val="000000"/>
                          </a:solidFill>
                          <a:latin typeface="Calibri" pitchFamily="34" charset="0"/>
                          <a:ea typeface="Calibri" pitchFamily="34" charset="-122"/>
                          <a:cs typeface="Calibri" pitchFamily="34" charset="-120"/>
                        </a:rPr>
                        <a:t>100%</a:t>
                      </a:r>
                      <a:endParaRPr lang="en-US" sz="100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1"/>
                  </a:ext>
                </a:extLst>
              </a:tr>
              <a:tr h="228112">
                <a:tc>
                  <a:txBody>
                    <a:bodyPr/>
                    <a:lstStyle/>
                    <a:p>
                      <a:pPr marL="0" indent="0" algn="ctr">
                        <a:buNone/>
                      </a:pPr>
                      <a:r>
                        <a:rPr lang="en-US" sz="1000">
                          <a:solidFill>
                            <a:srgbClr val="000000"/>
                          </a:solidFill>
                          <a:latin typeface="Calibri" pitchFamily="34" charset="0"/>
                          <a:ea typeface="Calibri" pitchFamily="34" charset="-122"/>
                          <a:cs typeface="Calibri" pitchFamily="34" charset="-120"/>
                        </a:rPr>
                        <a:t>SYN Flood</a:t>
                      </a:r>
                      <a:endParaRPr lang="en-US" sz="100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lgn="ctr">
                        <a:buNone/>
                      </a:pPr>
                      <a:r>
                        <a:rPr lang="en-US" sz="1000">
                          <a:solidFill>
                            <a:srgbClr val="000000"/>
                          </a:solidFill>
                          <a:latin typeface="Calibri" pitchFamily="34" charset="0"/>
                          <a:ea typeface="Calibri" pitchFamily="34" charset="-122"/>
                          <a:cs typeface="Calibri" pitchFamily="34" charset="-120"/>
                        </a:rPr>
                        <a:t>100%</a:t>
                      </a:r>
                      <a:endParaRPr lang="en-US" sz="100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2"/>
                  </a:ext>
                </a:extLst>
              </a:tr>
              <a:tr h="228112">
                <a:tc>
                  <a:txBody>
                    <a:bodyPr/>
                    <a:lstStyle/>
                    <a:p>
                      <a:pPr marL="0" indent="0" algn="ctr">
                        <a:buNone/>
                      </a:pPr>
                      <a:r>
                        <a:rPr lang="en-US" sz="1000">
                          <a:solidFill>
                            <a:srgbClr val="000000"/>
                          </a:solidFill>
                          <a:latin typeface="Calibri" pitchFamily="34" charset="0"/>
                          <a:ea typeface="Calibri" pitchFamily="34" charset="-122"/>
                          <a:cs typeface="Calibri" pitchFamily="34" charset="-120"/>
                        </a:rPr>
                        <a:t>Slow Loris</a:t>
                      </a:r>
                      <a:endParaRPr lang="en-US" sz="100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lgn="ctr">
                        <a:buNone/>
                      </a:pPr>
                      <a:r>
                        <a:rPr lang="en-US" sz="1000">
                          <a:solidFill>
                            <a:srgbClr val="000000"/>
                          </a:solidFill>
                          <a:latin typeface="Calibri" pitchFamily="34" charset="0"/>
                          <a:ea typeface="Calibri" pitchFamily="34" charset="-122"/>
                          <a:cs typeface="Calibri" pitchFamily="34" charset="-120"/>
                        </a:rPr>
                        <a:t>95%</a:t>
                      </a:r>
                      <a:endParaRPr lang="en-US" sz="100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3"/>
                  </a:ext>
                </a:extLst>
              </a:tr>
              <a:tr h="228112">
                <a:tc>
                  <a:txBody>
                    <a:bodyPr/>
                    <a:lstStyle/>
                    <a:p>
                      <a:pPr marL="0" indent="0" algn="ctr">
                        <a:buNone/>
                      </a:pPr>
                      <a:r>
                        <a:rPr lang="en-US" sz="1000">
                          <a:solidFill>
                            <a:srgbClr val="000000"/>
                          </a:solidFill>
                          <a:latin typeface="Calibri" pitchFamily="34" charset="0"/>
                          <a:ea typeface="Calibri" pitchFamily="34" charset="-122"/>
                          <a:cs typeface="Calibri" pitchFamily="34" charset="-120"/>
                        </a:rPr>
                        <a:t>Port Scan</a:t>
                      </a:r>
                      <a:endParaRPr lang="en-US" sz="100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lgn="ctr">
                        <a:buNone/>
                      </a:pPr>
                      <a:r>
                        <a:rPr lang="en-US" sz="1000">
                          <a:solidFill>
                            <a:srgbClr val="000000"/>
                          </a:solidFill>
                          <a:latin typeface="Calibri" pitchFamily="34" charset="0"/>
                          <a:ea typeface="Calibri" pitchFamily="34" charset="-122"/>
                          <a:cs typeface="Calibri" pitchFamily="34" charset="-120"/>
                        </a:rPr>
                        <a:t>93%</a:t>
                      </a:r>
                      <a:endParaRPr lang="en-US" sz="100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4"/>
                  </a:ext>
                </a:extLst>
              </a:tr>
              <a:tr h="228112">
                <a:tc>
                  <a:txBody>
                    <a:bodyPr/>
                    <a:lstStyle/>
                    <a:p>
                      <a:pPr marL="0" indent="0" algn="ctr">
                        <a:buNone/>
                      </a:pPr>
                      <a:r>
                        <a:rPr lang="en-US" sz="1000">
                          <a:solidFill>
                            <a:srgbClr val="000000"/>
                          </a:solidFill>
                          <a:latin typeface="Calibri" pitchFamily="34" charset="0"/>
                          <a:ea typeface="Calibri" pitchFamily="34" charset="-122"/>
                          <a:cs typeface="Calibri" pitchFamily="34" charset="-120"/>
                        </a:rPr>
                        <a:t>LoRa Attacks</a:t>
                      </a:r>
                      <a:endParaRPr lang="en-US" sz="100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lgn="ctr">
                        <a:buNone/>
                      </a:pPr>
                      <a:r>
                        <a:rPr lang="en-US" sz="1000">
                          <a:solidFill>
                            <a:srgbClr val="000000"/>
                          </a:solidFill>
                          <a:latin typeface="Calibri" pitchFamily="34" charset="0"/>
                          <a:ea typeface="Calibri" pitchFamily="34" charset="-122"/>
                          <a:cs typeface="Calibri" pitchFamily="34" charset="-120"/>
                        </a:rPr>
                        <a:t>~82%</a:t>
                      </a:r>
                      <a:endParaRPr lang="en-US" sz="100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pic>
        <p:nvPicPr>
          <p:cNvPr id="21" name="chart">
            <a:extLst>
              <a:ext uri="{FF2B5EF4-FFF2-40B4-BE49-F238E27FC236}">
                <a16:creationId xmlns:a16="http://schemas.microsoft.com/office/drawing/2014/main" id="{741BE831-C4F3-3713-2DB6-E794D3880C9B}"/>
              </a:ext>
            </a:extLst>
          </p:cNvPr>
          <p:cNvPicPr>
            <a:picLocks noChangeAspect="1"/>
          </p:cNvPicPr>
          <p:nvPr/>
        </p:nvPicPr>
        <p:blipFill>
          <a:blip r:embed="rId3"/>
          <a:stretch>
            <a:fillRect/>
          </a:stretch>
        </p:blipFill>
        <p:spPr>
          <a:xfrm>
            <a:off x="284097" y="1111837"/>
            <a:ext cx="4287903" cy="3786427"/>
          </a:xfrm>
          <a:prstGeom prst="rect">
            <a:avLst/>
          </a:prstGeom>
        </p:spPr>
      </p:pic>
      <p:sp>
        <p:nvSpPr>
          <p:cNvPr id="22" name="Shape 5">
            <a:extLst>
              <a:ext uri="{FF2B5EF4-FFF2-40B4-BE49-F238E27FC236}">
                <a16:creationId xmlns:a16="http://schemas.microsoft.com/office/drawing/2014/main" id="{E19DFFBD-1F5B-7392-F73A-B31ED1BFB4CE}"/>
              </a:ext>
            </a:extLst>
          </p:cNvPr>
          <p:cNvSpPr/>
          <p:nvPr/>
        </p:nvSpPr>
        <p:spPr>
          <a:xfrm>
            <a:off x="6070887" y="1548709"/>
            <a:ext cx="1783080" cy="438912"/>
          </a:xfrm>
          <a:prstGeom prst="rect">
            <a:avLst/>
          </a:prstGeom>
          <a:solidFill>
            <a:srgbClr val="E8F4F8"/>
          </a:solidFill>
          <a:ln w="12700">
            <a:solidFill>
              <a:srgbClr val="0D9E6E"/>
            </a:solidFill>
            <a:prstDash val="solid"/>
          </a:ln>
          <a:effectLst>
            <a:outerShdw blurRad="101600" dist="38100" dir="8100000" algn="bl" rotWithShape="0">
              <a:srgbClr val="000000">
                <a:alpha val="12000"/>
              </a:srgbClr>
            </a:outerShdw>
          </a:effectLst>
        </p:spPr>
        <p:txBody>
          <a:bodyPr/>
          <a:lstStyle/>
          <a:p>
            <a:endParaRPr lang="en-US"/>
          </a:p>
        </p:txBody>
      </p:sp>
      <p:sp>
        <p:nvSpPr>
          <p:cNvPr id="23" name="Text 6">
            <a:extLst>
              <a:ext uri="{FF2B5EF4-FFF2-40B4-BE49-F238E27FC236}">
                <a16:creationId xmlns:a16="http://schemas.microsoft.com/office/drawing/2014/main" id="{F6B91613-D7F9-CF58-2C99-230A3EAB0714}"/>
              </a:ext>
            </a:extLst>
          </p:cNvPr>
          <p:cNvSpPr/>
          <p:nvPr/>
        </p:nvSpPr>
        <p:spPr>
          <a:xfrm>
            <a:off x="6098319" y="1566997"/>
            <a:ext cx="1728216" cy="237744"/>
          </a:xfrm>
          <a:prstGeom prst="rect">
            <a:avLst/>
          </a:prstGeom>
          <a:noFill/>
          <a:ln/>
        </p:spPr>
        <p:txBody>
          <a:bodyPr wrap="square" rtlCol="0" anchor="ctr"/>
          <a:lstStyle/>
          <a:p>
            <a:pPr marL="0" indent="0" algn="ctr">
              <a:buNone/>
            </a:pPr>
            <a:r>
              <a:rPr lang="en-US" sz="1400" b="1">
                <a:solidFill>
                  <a:srgbClr val="0D9E6E"/>
                </a:solidFill>
                <a:latin typeface="Calibri" pitchFamily="34" charset="0"/>
                <a:ea typeface="Calibri" pitchFamily="34" charset="-122"/>
                <a:cs typeface="Calibri" pitchFamily="34" charset="-120"/>
              </a:rPr>
              <a:t>34,891</a:t>
            </a:r>
            <a:endParaRPr lang="en-US" sz="1400"/>
          </a:p>
        </p:txBody>
      </p:sp>
      <p:sp>
        <p:nvSpPr>
          <p:cNvPr id="24" name="Text 7">
            <a:extLst>
              <a:ext uri="{FF2B5EF4-FFF2-40B4-BE49-F238E27FC236}">
                <a16:creationId xmlns:a16="http://schemas.microsoft.com/office/drawing/2014/main" id="{62DDC816-2071-7591-0A1F-F7887396FD46}"/>
              </a:ext>
            </a:extLst>
          </p:cNvPr>
          <p:cNvSpPr/>
          <p:nvPr/>
        </p:nvSpPr>
        <p:spPr>
          <a:xfrm>
            <a:off x="6098319" y="1795597"/>
            <a:ext cx="1728216" cy="164592"/>
          </a:xfrm>
          <a:prstGeom prst="rect">
            <a:avLst/>
          </a:prstGeom>
          <a:noFill/>
          <a:ln/>
        </p:spPr>
        <p:txBody>
          <a:bodyPr wrap="square" rtlCol="0" anchor="ctr"/>
          <a:lstStyle/>
          <a:p>
            <a:pPr marL="0" indent="0" algn="ctr">
              <a:buNone/>
            </a:pPr>
            <a:r>
              <a:rPr lang="en-US" sz="800">
                <a:solidFill>
                  <a:srgbClr val="1A1A2E"/>
                </a:solidFill>
                <a:latin typeface="Calibri" pitchFamily="34" charset="0"/>
                <a:ea typeface="Calibri" pitchFamily="34" charset="-122"/>
                <a:cs typeface="Calibri" pitchFamily="34" charset="-120"/>
              </a:rPr>
              <a:t>records detected</a:t>
            </a:r>
            <a:endParaRPr lang="en-US" sz="800"/>
          </a:p>
        </p:txBody>
      </p:sp>
      <p:sp>
        <p:nvSpPr>
          <p:cNvPr id="25" name="Shape 8">
            <a:extLst>
              <a:ext uri="{FF2B5EF4-FFF2-40B4-BE49-F238E27FC236}">
                <a16:creationId xmlns:a16="http://schemas.microsoft.com/office/drawing/2014/main" id="{ACCD4309-C165-0438-6883-E3A5FA49D6ED}"/>
              </a:ext>
            </a:extLst>
          </p:cNvPr>
          <p:cNvSpPr/>
          <p:nvPr/>
        </p:nvSpPr>
        <p:spPr>
          <a:xfrm>
            <a:off x="6070887" y="2051629"/>
            <a:ext cx="1783080" cy="438912"/>
          </a:xfrm>
          <a:prstGeom prst="rect">
            <a:avLst/>
          </a:prstGeom>
          <a:solidFill>
            <a:srgbClr val="E8F4F8"/>
          </a:solidFill>
          <a:ln w="12700">
            <a:solidFill>
              <a:srgbClr val="C0392B"/>
            </a:solidFill>
            <a:prstDash val="solid"/>
          </a:ln>
          <a:effectLst>
            <a:outerShdw blurRad="101600" dist="38100" dir="8100000" algn="bl" rotWithShape="0">
              <a:srgbClr val="000000">
                <a:alpha val="12000"/>
              </a:srgbClr>
            </a:outerShdw>
          </a:effectLst>
        </p:spPr>
        <p:txBody>
          <a:bodyPr/>
          <a:lstStyle/>
          <a:p>
            <a:endParaRPr lang="en-US"/>
          </a:p>
        </p:txBody>
      </p:sp>
      <p:sp>
        <p:nvSpPr>
          <p:cNvPr id="26" name="Text 9">
            <a:extLst>
              <a:ext uri="{FF2B5EF4-FFF2-40B4-BE49-F238E27FC236}">
                <a16:creationId xmlns:a16="http://schemas.microsoft.com/office/drawing/2014/main" id="{3D59D310-15D6-7712-2341-B42E24963C80}"/>
              </a:ext>
            </a:extLst>
          </p:cNvPr>
          <p:cNvSpPr/>
          <p:nvPr/>
        </p:nvSpPr>
        <p:spPr>
          <a:xfrm>
            <a:off x="6098319" y="2069917"/>
            <a:ext cx="1728216" cy="237744"/>
          </a:xfrm>
          <a:prstGeom prst="rect">
            <a:avLst/>
          </a:prstGeom>
          <a:noFill/>
          <a:ln/>
        </p:spPr>
        <p:txBody>
          <a:bodyPr wrap="square" rtlCol="0" anchor="ctr"/>
          <a:lstStyle/>
          <a:p>
            <a:pPr marL="0" indent="0" algn="ctr">
              <a:buNone/>
            </a:pPr>
            <a:r>
              <a:rPr lang="en-US" sz="1400" b="1">
                <a:solidFill>
                  <a:srgbClr val="C0392B"/>
                </a:solidFill>
                <a:latin typeface="Calibri" pitchFamily="34" charset="0"/>
                <a:ea typeface="Calibri" pitchFamily="34" charset="-122"/>
                <a:cs typeface="Calibri" pitchFamily="34" charset="-120"/>
              </a:rPr>
              <a:t>609</a:t>
            </a:r>
            <a:endParaRPr lang="en-US" sz="1400"/>
          </a:p>
        </p:txBody>
      </p:sp>
      <p:sp>
        <p:nvSpPr>
          <p:cNvPr id="27" name="Text 10">
            <a:extLst>
              <a:ext uri="{FF2B5EF4-FFF2-40B4-BE49-F238E27FC236}">
                <a16:creationId xmlns:a16="http://schemas.microsoft.com/office/drawing/2014/main" id="{5CB3B575-F0A0-F635-559C-6AB29AE9B78C}"/>
              </a:ext>
            </a:extLst>
          </p:cNvPr>
          <p:cNvSpPr/>
          <p:nvPr/>
        </p:nvSpPr>
        <p:spPr>
          <a:xfrm>
            <a:off x="6098319" y="2298517"/>
            <a:ext cx="1728216" cy="164592"/>
          </a:xfrm>
          <a:prstGeom prst="rect">
            <a:avLst/>
          </a:prstGeom>
          <a:noFill/>
          <a:ln/>
        </p:spPr>
        <p:txBody>
          <a:bodyPr wrap="square" rtlCol="0" anchor="ctr"/>
          <a:lstStyle/>
          <a:p>
            <a:pPr marL="0" indent="0" algn="ctr">
              <a:buNone/>
            </a:pPr>
            <a:r>
              <a:rPr lang="en-US" sz="800">
                <a:solidFill>
                  <a:srgbClr val="1A1A2E"/>
                </a:solidFill>
                <a:latin typeface="Calibri" pitchFamily="34" charset="0"/>
                <a:ea typeface="Calibri" pitchFamily="34" charset="-122"/>
                <a:cs typeface="Calibri" pitchFamily="34" charset="-120"/>
              </a:rPr>
              <a:t>records missed</a:t>
            </a:r>
            <a:endParaRPr lang="en-US" sz="800"/>
          </a:p>
        </p:txBody>
      </p:sp>
      <p:sp>
        <p:nvSpPr>
          <p:cNvPr id="28" name="Shape 11">
            <a:extLst>
              <a:ext uri="{FF2B5EF4-FFF2-40B4-BE49-F238E27FC236}">
                <a16:creationId xmlns:a16="http://schemas.microsoft.com/office/drawing/2014/main" id="{DD2AE958-A9A3-8DBA-D969-756C551A3868}"/>
              </a:ext>
            </a:extLst>
          </p:cNvPr>
          <p:cNvSpPr/>
          <p:nvPr/>
        </p:nvSpPr>
        <p:spPr>
          <a:xfrm>
            <a:off x="6070887" y="2554549"/>
            <a:ext cx="1783080" cy="438912"/>
          </a:xfrm>
          <a:prstGeom prst="rect">
            <a:avLst/>
          </a:prstGeom>
          <a:solidFill>
            <a:srgbClr val="E8F4F8"/>
          </a:solidFill>
          <a:ln w="12700">
            <a:solidFill>
              <a:srgbClr val="0D1B2A"/>
            </a:solidFill>
            <a:prstDash val="solid"/>
          </a:ln>
          <a:effectLst>
            <a:outerShdw blurRad="101600" dist="38100" dir="8100000" algn="bl" rotWithShape="0">
              <a:srgbClr val="000000">
                <a:alpha val="12000"/>
              </a:srgbClr>
            </a:outerShdw>
          </a:effectLst>
        </p:spPr>
        <p:txBody>
          <a:bodyPr/>
          <a:lstStyle/>
          <a:p>
            <a:endParaRPr lang="en-US"/>
          </a:p>
        </p:txBody>
      </p:sp>
      <p:sp>
        <p:nvSpPr>
          <p:cNvPr id="29" name="Text 12">
            <a:extLst>
              <a:ext uri="{FF2B5EF4-FFF2-40B4-BE49-F238E27FC236}">
                <a16:creationId xmlns:a16="http://schemas.microsoft.com/office/drawing/2014/main" id="{37E77A73-3C38-FE4A-687A-71B1BD971527}"/>
              </a:ext>
            </a:extLst>
          </p:cNvPr>
          <p:cNvSpPr/>
          <p:nvPr/>
        </p:nvSpPr>
        <p:spPr>
          <a:xfrm>
            <a:off x="6098319" y="2572837"/>
            <a:ext cx="1728216" cy="237744"/>
          </a:xfrm>
          <a:prstGeom prst="rect">
            <a:avLst/>
          </a:prstGeom>
          <a:noFill/>
          <a:ln/>
        </p:spPr>
        <p:txBody>
          <a:bodyPr wrap="square" rtlCol="0" anchor="ctr"/>
          <a:lstStyle/>
          <a:p>
            <a:pPr marL="0" indent="0" algn="ctr">
              <a:buNone/>
            </a:pPr>
            <a:r>
              <a:rPr lang="en-US" sz="1400" b="1">
                <a:solidFill>
                  <a:srgbClr val="0D1B2A"/>
                </a:solidFill>
                <a:latin typeface="Calibri" pitchFamily="34" charset="0"/>
                <a:ea typeface="Calibri" pitchFamily="34" charset="-122"/>
                <a:cs typeface="Calibri" pitchFamily="34" charset="-120"/>
              </a:rPr>
              <a:t>35,500</a:t>
            </a:r>
            <a:endParaRPr lang="en-US" sz="1400"/>
          </a:p>
        </p:txBody>
      </p:sp>
      <p:sp>
        <p:nvSpPr>
          <p:cNvPr id="30" name="Text 13">
            <a:extLst>
              <a:ext uri="{FF2B5EF4-FFF2-40B4-BE49-F238E27FC236}">
                <a16:creationId xmlns:a16="http://schemas.microsoft.com/office/drawing/2014/main" id="{C7AEE49B-3B4F-22CA-96D0-51BCEFBD0DF2}"/>
              </a:ext>
            </a:extLst>
          </p:cNvPr>
          <p:cNvSpPr/>
          <p:nvPr/>
        </p:nvSpPr>
        <p:spPr>
          <a:xfrm>
            <a:off x="6098319" y="2801437"/>
            <a:ext cx="1728216" cy="164592"/>
          </a:xfrm>
          <a:prstGeom prst="rect">
            <a:avLst/>
          </a:prstGeom>
          <a:noFill/>
          <a:ln/>
        </p:spPr>
        <p:txBody>
          <a:bodyPr wrap="square" rtlCol="0" anchor="ctr"/>
          <a:lstStyle/>
          <a:p>
            <a:pPr marL="0" indent="0" algn="ctr">
              <a:buNone/>
            </a:pPr>
            <a:r>
              <a:rPr lang="en-US" sz="800">
                <a:solidFill>
                  <a:srgbClr val="1A1A2E"/>
                </a:solidFill>
                <a:latin typeface="Calibri" pitchFamily="34" charset="0"/>
                <a:ea typeface="Calibri" pitchFamily="34" charset="-122"/>
                <a:cs typeface="Calibri" pitchFamily="34" charset="-120"/>
              </a:rPr>
              <a:t>Total Attack records</a:t>
            </a:r>
            <a:endParaRPr lang="en-US" sz="800"/>
          </a:p>
        </p:txBody>
      </p:sp>
      <p:sp>
        <p:nvSpPr>
          <p:cNvPr id="31" name="Shape 14">
            <a:extLst>
              <a:ext uri="{FF2B5EF4-FFF2-40B4-BE49-F238E27FC236}">
                <a16:creationId xmlns:a16="http://schemas.microsoft.com/office/drawing/2014/main" id="{EB43C57A-E948-3931-5EA2-941ED3394E84}"/>
              </a:ext>
            </a:extLst>
          </p:cNvPr>
          <p:cNvSpPr/>
          <p:nvPr/>
        </p:nvSpPr>
        <p:spPr>
          <a:xfrm>
            <a:off x="6070887" y="3057469"/>
            <a:ext cx="1783080" cy="438912"/>
          </a:xfrm>
          <a:prstGeom prst="rect">
            <a:avLst/>
          </a:prstGeom>
          <a:solidFill>
            <a:srgbClr val="E8F4F8"/>
          </a:solidFill>
          <a:ln w="12700">
            <a:solidFill>
              <a:srgbClr val="00B4D8"/>
            </a:solidFill>
            <a:prstDash val="solid"/>
          </a:ln>
          <a:effectLst>
            <a:outerShdw blurRad="101600" dist="38100" dir="8100000" algn="bl" rotWithShape="0">
              <a:srgbClr val="000000">
                <a:alpha val="12000"/>
              </a:srgbClr>
            </a:outerShdw>
          </a:effectLst>
        </p:spPr>
        <p:txBody>
          <a:bodyPr/>
          <a:lstStyle/>
          <a:p>
            <a:endParaRPr lang="en-US"/>
          </a:p>
        </p:txBody>
      </p:sp>
      <p:sp>
        <p:nvSpPr>
          <p:cNvPr id="32" name="Text 15">
            <a:extLst>
              <a:ext uri="{FF2B5EF4-FFF2-40B4-BE49-F238E27FC236}">
                <a16:creationId xmlns:a16="http://schemas.microsoft.com/office/drawing/2014/main" id="{21037102-F3DD-27F3-E3AB-7D41F89FC654}"/>
              </a:ext>
            </a:extLst>
          </p:cNvPr>
          <p:cNvSpPr/>
          <p:nvPr/>
        </p:nvSpPr>
        <p:spPr>
          <a:xfrm>
            <a:off x="6098319" y="3075757"/>
            <a:ext cx="1728216" cy="237744"/>
          </a:xfrm>
          <a:prstGeom prst="rect">
            <a:avLst/>
          </a:prstGeom>
          <a:noFill/>
          <a:ln/>
        </p:spPr>
        <p:txBody>
          <a:bodyPr wrap="square" rtlCol="0" anchor="ctr"/>
          <a:lstStyle/>
          <a:p>
            <a:pPr marL="0" indent="0" algn="ctr">
              <a:buNone/>
            </a:pPr>
            <a:r>
              <a:rPr lang="en-US" sz="1400" b="1">
                <a:solidFill>
                  <a:srgbClr val="00B4D8"/>
                </a:solidFill>
                <a:latin typeface="Calibri" pitchFamily="34" charset="0"/>
                <a:ea typeface="Calibri" pitchFamily="34" charset="-122"/>
                <a:cs typeface="Calibri" pitchFamily="34" charset="-120"/>
              </a:rPr>
              <a:t>98.3%</a:t>
            </a:r>
            <a:endParaRPr lang="en-US" sz="1400"/>
          </a:p>
        </p:txBody>
      </p:sp>
      <p:sp>
        <p:nvSpPr>
          <p:cNvPr id="33" name="Text 16">
            <a:extLst>
              <a:ext uri="{FF2B5EF4-FFF2-40B4-BE49-F238E27FC236}">
                <a16:creationId xmlns:a16="http://schemas.microsoft.com/office/drawing/2014/main" id="{42C69C71-894F-2D39-7B91-DD825E7371E4}"/>
              </a:ext>
            </a:extLst>
          </p:cNvPr>
          <p:cNvSpPr/>
          <p:nvPr/>
        </p:nvSpPr>
        <p:spPr>
          <a:xfrm>
            <a:off x="6098319" y="3304357"/>
            <a:ext cx="1728216" cy="164592"/>
          </a:xfrm>
          <a:prstGeom prst="rect">
            <a:avLst/>
          </a:prstGeom>
          <a:noFill/>
          <a:ln/>
        </p:spPr>
        <p:txBody>
          <a:bodyPr wrap="square" rtlCol="0" anchor="ctr"/>
          <a:lstStyle/>
          <a:p>
            <a:pPr marL="0" indent="0" algn="ctr">
              <a:buNone/>
            </a:pPr>
            <a:r>
              <a:rPr lang="en-US" sz="800">
                <a:solidFill>
                  <a:srgbClr val="1A1A2E"/>
                </a:solidFill>
                <a:latin typeface="Calibri" pitchFamily="34" charset="0"/>
                <a:ea typeface="Calibri" pitchFamily="34" charset="-122"/>
                <a:cs typeface="Calibri" pitchFamily="34" charset="-120"/>
              </a:rPr>
              <a:t>detection rate</a:t>
            </a:r>
            <a:endParaRPr lang="en-US" sz="800"/>
          </a:p>
        </p:txBody>
      </p:sp>
    </p:spTree>
    <p:extLst>
      <p:ext uri="{BB962C8B-B14F-4D97-AF65-F5344CB8AC3E}">
        <p14:creationId xmlns:p14="http://schemas.microsoft.com/office/powerpoint/2010/main" val="3189043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a:ln w="12700">
            <a:solidFill>
              <a:srgbClr val="0D1B2A"/>
            </a:solidFill>
            <a:prstDash val="solid"/>
          </a:ln>
        </p:spPr>
        <p:txBody>
          <a:bodyPr/>
          <a:lstStyle/>
          <a:p>
            <a:endParaRPr lang="en-US"/>
          </a:p>
        </p:txBody>
      </p:sp>
      <p:sp>
        <p:nvSpPr>
          <p:cNvPr id="3" name="Shape 1"/>
          <p:cNvSpPr/>
          <p:nvPr/>
        </p:nvSpPr>
        <p:spPr>
          <a:xfrm>
            <a:off x="0" y="0"/>
            <a:ext cx="109728" cy="5143500"/>
          </a:xfrm>
          <a:prstGeom prst="rect">
            <a:avLst/>
          </a:prstGeom>
          <a:solidFill>
            <a:srgbClr val="00B4D8"/>
          </a:solidFill>
          <a:ln w="12700">
            <a:solidFill>
              <a:srgbClr val="00B4D8"/>
            </a:solidFill>
            <a:prstDash val="solid"/>
          </a:ln>
        </p:spPr>
        <p:txBody>
          <a:bodyPr/>
          <a:lstStyle/>
          <a:p>
            <a:endParaRPr lang="en-US"/>
          </a:p>
        </p:txBody>
      </p:sp>
      <p:sp>
        <p:nvSpPr>
          <p:cNvPr id="4" name="Text 2"/>
          <p:cNvSpPr/>
          <p:nvPr/>
        </p:nvSpPr>
        <p:spPr>
          <a:xfrm>
            <a:off x="228600" y="0"/>
            <a:ext cx="7498080" cy="685800"/>
          </a:xfrm>
          <a:prstGeom prst="rect">
            <a:avLst/>
          </a:prstGeom>
          <a:noFill/>
          <a:ln/>
        </p:spPr>
        <p:txBody>
          <a:bodyPr wrap="square" lIns="0" tIns="0" rIns="0" bIns="0" rtlCol="0" anchor="ctr"/>
          <a:lstStyle/>
          <a:p>
            <a:pPr marL="0" indent="0">
              <a:buNone/>
            </a:pPr>
            <a:r>
              <a:rPr lang="en-US" sz="2200" b="1">
                <a:solidFill>
                  <a:srgbClr val="FFFFFF"/>
                </a:solidFill>
                <a:latin typeface="Calibri" pitchFamily="34" charset="0"/>
                <a:ea typeface="Calibri" pitchFamily="34" charset="-122"/>
                <a:cs typeface="Calibri" pitchFamily="34" charset="-120"/>
              </a:rPr>
              <a:t>Bidirectional Long Short-Term Memory (BiLSTM)</a:t>
            </a:r>
            <a:endParaRPr lang="en-US" sz="2200"/>
          </a:p>
        </p:txBody>
      </p:sp>
      <p:sp>
        <p:nvSpPr>
          <p:cNvPr id="5" name="Text 3"/>
          <p:cNvSpPr/>
          <p:nvPr/>
        </p:nvSpPr>
        <p:spPr>
          <a:xfrm>
            <a:off x="7932420" y="7005"/>
            <a:ext cx="1005840" cy="685800"/>
          </a:xfrm>
          <a:prstGeom prst="rect">
            <a:avLst/>
          </a:prstGeom>
          <a:noFill/>
          <a:ln/>
        </p:spPr>
        <p:txBody>
          <a:bodyPr wrap="square" lIns="0" tIns="0" rIns="0" bIns="0" rtlCol="0" anchor="ctr"/>
          <a:lstStyle/>
          <a:p>
            <a:pPr marL="0" indent="0" algn="r">
              <a:buNone/>
            </a:pPr>
            <a:r>
              <a:rPr lang="en-US" sz="3600" b="1">
                <a:solidFill>
                  <a:srgbClr val="00B4D8"/>
                </a:solidFill>
                <a:latin typeface="Calibri"/>
                <a:cs typeface="Calibri"/>
              </a:rPr>
              <a:t>08</a:t>
            </a:r>
            <a:endParaRPr lang="en-US" sz="3600"/>
          </a:p>
        </p:txBody>
      </p:sp>
      <p:sp>
        <p:nvSpPr>
          <p:cNvPr id="6" name="Shape 4"/>
          <p:cNvSpPr/>
          <p:nvPr/>
        </p:nvSpPr>
        <p:spPr>
          <a:xfrm>
            <a:off x="201168" y="842973"/>
            <a:ext cx="91440" cy="91440"/>
          </a:xfrm>
          <a:prstGeom prst="ellipse">
            <a:avLst/>
          </a:prstGeom>
          <a:solidFill>
            <a:srgbClr val="00B4D8"/>
          </a:solidFill>
          <a:ln w="12700">
            <a:solidFill>
              <a:srgbClr val="00B4D8"/>
            </a:solidFill>
            <a:prstDash val="solid"/>
          </a:ln>
        </p:spPr>
        <p:txBody>
          <a:bodyPr/>
          <a:lstStyle/>
          <a:p>
            <a:endParaRPr lang="en-US"/>
          </a:p>
        </p:txBody>
      </p:sp>
      <p:sp>
        <p:nvSpPr>
          <p:cNvPr id="7" name="Text 5"/>
          <p:cNvSpPr/>
          <p:nvPr/>
        </p:nvSpPr>
        <p:spPr>
          <a:xfrm>
            <a:off x="365760" y="822960"/>
            <a:ext cx="4480560" cy="201168"/>
          </a:xfrm>
          <a:prstGeom prst="rect">
            <a:avLst/>
          </a:prstGeom>
          <a:noFill/>
          <a:ln/>
        </p:spPr>
        <p:txBody>
          <a:bodyPr wrap="square" lIns="0" tIns="0" rIns="0" bIns="0" rtlCol="0" anchor="t"/>
          <a:lstStyle/>
          <a:p>
            <a:pPr marL="0" indent="0">
              <a:buNone/>
            </a:pPr>
            <a:r>
              <a:rPr lang="en-US" sz="1000" b="1">
                <a:solidFill>
                  <a:srgbClr val="0D1B2A"/>
                </a:solidFill>
                <a:latin typeface="Calibri" pitchFamily="34" charset="0"/>
                <a:ea typeface="Calibri" pitchFamily="34" charset="-122"/>
                <a:cs typeface="Calibri" pitchFamily="34" charset="-120"/>
              </a:rPr>
              <a:t>What is BiLSTM?</a:t>
            </a:r>
            <a:endParaRPr lang="en-US" sz="1000"/>
          </a:p>
        </p:txBody>
      </p:sp>
      <p:sp>
        <p:nvSpPr>
          <p:cNvPr id="8" name="Text 6"/>
          <p:cNvSpPr/>
          <p:nvPr/>
        </p:nvSpPr>
        <p:spPr>
          <a:xfrm>
            <a:off x="365760" y="973570"/>
            <a:ext cx="4669684" cy="557983"/>
          </a:xfrm>
          <a:prstGeom prst="rect">
            <a:avLst/>
          </a:prstGeom>
          <a:noFill/>
          <a:ln/>
        </p:spPr>
        <p:txBody>
          <a:bodyPr wrap="square" lIns="0" tIns="0" rIns="0" bIns="0" rtlCol="0" anchor="t"/>
          <a:lstStyle/>
          <a:p>
            <a:r>
              <a:rPr lang="en-US" sz="850">
                <a:latin typeface="Calibri"/>
                <a:ea typeface="Calibri"/>
                <a:cs typeface="Calibri"/>
              </a:rPr>
              <a:t>A deep learning supervised model that processes sequences of packets both forward and backward, capturing full context from network traffic patterns.</a:t>
            </a:r>
          </a:p>
          <a:p>
            <a:r>
              <a:rPr lang="en-US" sz="850">
                <a:latin typeface="Calibri"/>
                <a:ea typeface="Calibri"/>
                <a:cs typeface="Calibri"/>
              </a:rPr>
              <a:t>Forward: reads input sequence start to finish</a:t>
            </a:r>
          </a:p>
          <a:p>
            <a:r>
              <a:rPr lang="en-US" sz="850">
                <a:latin typeface="Calibri"/>
                <a:ea typeface="Calibri"/>
                <a:cs typeface="Calibri"/>
              </a:rPr>
              <a:t>Backward: reads input sequence finish to start</a:t>
            </a:r>
          </a:p>
          <a:p>
            <a:endParaRPr lang="en-US" sz="850">
              <a:solidFill>
                <a:srgbClr val="334E5E"/>
              </a:solidFill>
              <a:latin typeface="Calibri"/>
              <a:ea typeface="Calibri"/>
              <a:cs typeface="Calibri"/>
            </a:endParaRPr>
          </a:p>
        </p:txBody>
      </p:sp>
      <p:sp>
        <p:nvSpPr>
          <p:cNvPr id="9" name="Shape 7"/>
          <p:cNvSpPr/>
          <p:nvPr/>
        </p:nvSpPr>
        <p:spPr>
          <a:xfrm>
            <a:off x="203564" y="1556974"/>
            <a:ext cx="91440" cy="91440"/>
          </a:xfrm>
          <a:prstGeom prst="ellipse">
            <a:avLst/>
          </a:prstGeom>
          <a:solidFill>
            <a:srgbClr val="00B4D8"/>
          </a:solidFill>
          <a:ln w="12700">
            <a:solidFill>
              <a:srgbClr val="00B4D8"/>
            </a:solidFill>
            <a:prstDash val="solid"/>
          </a:ln>
        </p:spPr>
        <p:txBody>
          <a:bodyPr/>
          <a:lstStyle/>
          <a:p>
            <a:endParaRPr lang="en-US"/>
          </a:p>
        </p:txBody>
      </p:sp>
      <p:sp>
        <p:nvSpPr>
          <p:cNvPr id="10" name="Text 8"/>
          <p:cNvSpPr/>
          <p:nvPr/>
        </p:nvSpPr>
        <p:spPr>
          <a:xfrm>
            <a:off x="365760" y="1522741"/>
            <a:ext cx="4480560" cy="201168"/>
          </a:xfrm>
          <a:prstGeom prst="rect">
            <a:avLst/>
          </a:prstGeom>
          <a:noFill/>
          <a:ln/>
        </p:spPr>
        <p:txBody>
          <a:bodyPr wrap="square" lIns="0" tIns="0" rIns="0" bIns="0" rtlCol="0" anchor="t"/>
          <a:lstStyle/>
          <a:p>
            <a:pPr marL="0" indent="0">
              <a:buNone/>
            </a:pPr>
            <a:r>
              <a:rPr lang="en-US" sz="1000" b="1">
                <a:solidFill>
                  <a:srgbClr val="0D1B2A"/>
                </a:solidFill>
                <a:latin typeface="Calibri" pitchFamily="34" charset="0"/>
                <a:ea typeface="Calibri" pitchFamily="34" charset="-122"/>
                <a:cs typeface="Calibri" pitchFamily="34" charset="-120"/>
              </a:rPr>
              <a:t>Why BiLSTM for IDS/IPS?</a:t>
            </a:r>
            <a:endParaRPr lang="en-US" sz="1000"/>
          </a:p>
        </p:txBody>
      </p:sp>
      <p:sp>
        <p:nvSpPr>
          <p:cNvPr id="11" name="Text 9"/>
          <p:cNvSpPr/>
          <p:nvPr/>
        </p:nvSpPr>
        <p:spPr>
          <a:xfrm>
            <a:off x="364671" y="1700799"/>
            <a:ext cx="4480560" cy="384048"/>
          </a:xfrm>
          <a:prstGeom prst="rect">
            <a:avLst/>
          </a:prstGeom>
          <a:noFill/>
          <a:ln/>
        </p:spPr>
        <p:txBody>
          <a:bodyPr wrap="square" lIns="0" tIns="0" rIns="0" bIns="0" rtlCol="0" anchor="t"/>
          <a:lstStyle/>
          <a:p>
            <a:r>
              <a:rPr lang="en-US" sz="850">
                <a:latin typeface="Calibri"/>
                <a:ea typeface="Calibri"/>
                <a:cs typeface="Calibri"/>
              </a:rPr>
              <a:t>Unlike rule-based IDS that rely on static signatures, the model learns behavioral patterns from data and detects attacks that don't even match known signatures. Example dealing with time-dependent attack patterns (DoS, DDoS, port </a:t>
            </a:r>
            <a:r>
              <a:rPr lang="en-US" sz="850" err="1">
                <a:latin typeface="Calibri"/>
                <a:ea typeface="Calibri"/>
                <a:cs typeface="Calibri"/>
              </a:rPr>
              <a:t>scans,slow</a:t>
            </a:r>
            <a:r>
              <a:rPr lang="en-US" sz="850">
                <a:latin typeface="Calibri"/>
                <a:ea typeface="Calibri"/>
                <a:cs typeface="Calibri"/>
              </a:rPr>
              <a:t> loris) that rule-based systems miss, BiLSTM is able to detect that.</a:t>
            </a:r>
          </a:p>
        </p:txBody>
      </p:sp>
      <p:sp>
        <p:nvSpPr>
          <p:cNvPr id="12" name="Shape 10"/>
          <p:cNvSpPr/>
          <p:nvPr/>
        </p:nvSpPr>
        <p:spPr>
          <a:xfrm>
            <a:off x="201168" y="2175000"/>
            <a:ext cx="91440" cy="91440"/>
          </a:xfrm>
          <a:prstGeom prst="ellipse">
            <a:avLst/>
          </a:prstGeom>
          <a:solidFill>
            <a:srgbClr val="00B4D8"/>
          </a:solidFill>
          <a:ln w="12700">
            <a:solidFill>
              <a:srgbClr val="00B4D8"/>
            </a:solidFill>
            <a:prstDash val="solid"/>
          </a:ln>
        </p:spPr>
        <p:txBody>
          <a:bodyPr/>
          <a:lstStyle/>
          <a:p>
            <a:endParaRPr lang="en-US"/>
          </a:p>
        </p:txBody>
      </p:sp>
      <p:sp>
        <p:nvSpPr>
          <p:cNvPr id="13" name="Text 11"/>
          <p:cNvSpPr/>
          <p:nvPr/>
        </p:nvSpPr>
        <p:spPr>
          <a:xfrm>
            <a:off x="365760" y="2166277"/>
            <a:ext cx="4480560" cy="201168"/>
          </a:xfrm>
          <a:prstGeom prst="rect">
            <a:avLst/>
          </a:prstGeom>
          <a:noFill/>
          <a:ln/>
        </p:spPr>
        <p:txBody>
          <a:bodyPr wrap="square" lIns="0" tIns="0" rIns="0" bIns="0" rtlCol="0" anchor="t"/>
          <a:lstStyle/>
          <a:p>
            <a:pPr marL="0" indent="0">
              <a:buNone/>
            </a:pPr>
            <a:r>
              <a:rPr lang="en-US" sz="1000" b="1">
                <a:solidFill>
                  <a:srgbClr val="0D1B2A"/>
                </a:solidFill>
                <a:latin typeface="Calibri" pitchFamily="34" charset="0"/>
                <a:ea typeface="Calibri" pitchFamily="34" charset="-122"/>
                <a:cs typeface="Calibri" pitchFamily="34" charset="-120"/>
              </a:rPr>
              <a:t>How it works</a:t>
            </a:r>
            <a:endParaRPr lang="en-US" sz="1000"/>
          </a:p>
        </p:txBody>
      </p:sp>
      <p:sp>
        <p:nvSpPr>
          <p:cNvPr id="14" name="Text 12"/>
          <p:cNvSpPr/>
          <p:nvPr/>
        </p:nvSpPr>
        <p:spPr>
          <a:xfrm>
            <a:off x="380649" y="2301304"/>
            <a:ext cx="4654795" cy="384048"/>
          </a:xfrm>
          <a:prstGeom prst="rect">
            <a:avLst/>
          </a:prstGeom>
          <a:noFill/>
          <a:ln/>
        </p:spPr>
        <p:txBody>
          <a:bodyPr wrap="square" lIns="0" tIns="0" rIns="0" bIns="0" rtlCol="0" anchor="t"/>
          <a:lstStyle/>
          <a:p>
            <a:r>
              <a:rPr lang="en-US" sz="850">
                <a:latin typeface="Calibri"/>
                <a:ea typeface="Calibri"/>
                <a:cs typeface="Calibri"/>
              </a:rPr>
              <a:t>Two LSTM layers run in parallel, one reads input </a:t>
            </a:r>
            <a:r>
              <a:rPr lang="en-US" sz="850" err="1">
                <a:latin typeface="Calibri"/>
                <a:ea typeface="Calibri"/>
                <a:cs typeface="Calibri"/>
              </a:rPr>
              <a:t>left→right</a:t>
            </a:r>
            <a:r>
              <a:rPr lang="en-US" sz="850">
                <a:latin typeface="Calibri"/>
                <a:ea typeface="Calibri"/>
                <a:cs typeface="Calibri"/>
              </a:rPr>
              <a:t>, one </a:t>
            </a:r>
            <a:r>
              <a:rPr lang="en-US" sz="850" err="1">
                <a:latin typeface="Calibri"/>
                <a:ea typeface="Calibri"/>
                <a:cs typeface="Calibri"/>
              </a:rPr>
              <a:t>right→left</a:t>
            </a:r>
            <a:r>
              <a:rPr lang="en-US" sz="850">
                <a:latin typeface="Calibri"/>
                <a:ea typeface="Calibri"/>
                <a:cs typeface="Calibri"/>
              </a:rPr>
              <a:t>, then the outputs are merged. Dense layer: model extracts sequential patterns and map output.</a:t>
            </a:r>
            <a:endParaRPr lang="en-US" sz="850"/>
          </a:p>
        </p:txBody>
      </p:sp>
      <p:sp>
        <p:nvSpPr>
          <p:cNvPr id="15" name="Shape 13"/>
          <p:cNvSpPr/>
          <p:nvPr/>
        </p:nvSpPr>
        <p:spPr>
          <a:xfrm>
            <a:off x="201168" y="2715768"/>
            <a:ext cx="91440" cy="91440"/>
          </a:xfrm>
          <a:prstGeom prst="ellipse">
            <a:avLst/>
          </a:prstGeom>
          <a:solidFill>
            <a:srgbClr val="00B4D8"/>
          </a:solidFill>
          <a:ln w="12700">
            <a:solidFill>
              <a:srgbClr val="00B4D8"/>
            </a:solidFill>
            <a:prstDash val="solid"/>
          </a:ln>
        </p:spPr>
        <p:txBody>
          <a:bodyPr/>
          <a:lstStyle/>
          <a:p>
            <a:endParaRPr lang="en-US"/>
          </a:p>
        </p:txBody>
      </p:sp>
      <p:sp>
        <p:nvSpPr>
          <p:cNvPr id="16" name="Text 14"/>
          <p:cNvSpPr/>
          <p:nvPr/>
        </p:nvSpPr>
        <p:spPr>
          <a:xfrm>
            <a:off x="368827" y="2688653"/>
            <a:ext cx="4480560" cy="201168"/>
          </a:xfrm>
          <a:prstGeom prst="rect">
            <a:avLst/>
          </a:prstGeom>
          <a:noFill/>
          <a:ln/>
        </p:spPr>
        <p:txBody>
          <a:bodyPr wrap="square" lIns="0" tIns="0" rIns="0" bIns="0" rtlCol="0" anchor="t"/>
          <a:lstStyle/>
          <a:p>
            <a:pPr marL="0" indent="0">
              <a:buNone/>
            </a:pPr>
            <a:r>
              <a:rPr lang="en-US" sz="1000" b="1">
                <a:solidFill>
                  <a:srgbClr val="0D1B2A"/>
                </a:solidFill>
                <a:latin typeface="Calibri" pitchFamily="34" charset="0"/>
                <a:ea typeface="Calibri" pitchFamily="34" charset="-122"/>
                <a:cs typeface="Calibri" pitchFamily="34" charset="-120"/>
              </a:rPr>
              <a:t>Implementation</a:t>
            </a:r>
            <a:endParaRPr lang="en-US" sz="1000"/>
          </a:p>
        </p:txBody>
      </p:sp>
      <p:sp>
        <p:nvSpPr>
          <p:cNvPr id="17" name="Text 15"/>
          <p:cNvSpPr/>
          <p:nvPr/>
        </p:nvSpPr>
        <p:spPr>
          <a:xfrm>
            <a:off x="365760" y="2857567"/>
            <a:ext cx="4670775" cy="698786"/>
          </a:xfrm>
          <a:prstGeom prst="rect">
            <a:avLst/>
          </a:prstGeom>
          <a:noFill/>
          <a:ln/>
        </p:spPr>
        <p:txBody>
          <a:bodyPr wrap="square" lIns="0" tIns="0" rIns="0" bIns="0" rtlCol="0" anchor="t"/>
          <a:lstStyle/>
          <a:p>
            <a:r>
              <a:rPr lang="en-US" sz="850">
                <a:latin typeface="Calibri"/>
                <a:ea typeface="Calibri"/>
                <a:cs typeface="Calibri"/>
              </a:rPr>
              <a:t>Trained on normal and attack data, with features normalized. The model was built with TensorFlow/</a:t>
            </a:r>
            <a:r>
              <a:rPr lang="en-US" sz="850" err="1">
                <a:latin typeface="Calibri"/>
                <a:ea typeface="Calibri"/>
                <a:cs typeface="Calibri"/>
              </a:rPr>
              <a:t>Keras</a:t>
            </a:r>
            <a:r>
              <a:rPr lang="en-US" sz="850">
                <a:latin typeface="Calibri"/>
                <a:ea typeface="Calibri"/>
                <a:cs typeface="Calibri"/>
              </a:rPr>
              <a:t> for binary &amp; multi-class classification. The model is not fed raw packets. But instead, it extracts features like packet length, duration,  protocol type, flag counts, byte size, and normalizes them. These features become sequential input. Each time step in the sequence correlates with a flow record. Classify them as attack or normal.</a:t>
            </a:r>
          </a:p>
          <a:p>
            <a:endParaRPr lang="en-US" sz="850">
              <a:solidFill>
                <a:srgbClr val="334E5E"/>
              </a:solidFill>
              <a:latin typeface="Calibri"/>
              <a:ea typeface="Calibri"/>
              <a:cs typeface="Calibri"/>
            </a:endParaRPr>
          </a:p>
          <a:p>
            <a:r>
              <a:rPr lang="en-US" sz="850">
                <a:solidFill>
                  <a:srgbClr val="334E5E"/>
                </a:solidFill>
                <a:latin typeface="Calibri"/>
                <a:ea typeface="Calibri"/>
                <a:cs typeface="Calibri"/>
              </a:rPr>
              <a:t>..</a:t>
            </a:r>
          </a:p>
        </p:txBody>
      </p:sp>
      <p:sp>
        <p:nvSpPr>
          <p:cNvPr id="18" name="Shape 16"/>
          <p:cNvSpPr/>
          <p:nvPr/>
        </p:nvSpPr>
        <p:spPr>
          <a:xfrm>
            <a:off x="178308" y="3525498"/>
            <a:ext cx="91440" cy="91440"/>
          </a:xfrm>
          <a:prstGeom prst="ellipse">
            <a:avLst/>
          </a:prstGeom>
          <a:solidFill>
            <a:srgbClr val="00B4D8"/>
          </a:solidFill>
          <a:ln w="12700">
            <a:solidFill>
              <a:srgbClr val="00B4D8"/>
            </a:solidFill>
            <a:prstDash val="solid"/>
          </a:ln>
        </p:spPr>
        <p:txBody>
          <a:bodyPr/>
          <a:lstStyle/>
          <a:p>
            <a:endParaRPr lang="en-US"/>
          </a:p>
        </p:txBody>
      </p:sp>
      <p:sp>
        <p:nvSpPr>
          <p:cNvPr id="19" name="Text 17"/>
          <p:cNvSpPr/>
          <p:nvPr/>
        </p:nvSpPr>
        <p:spPr>
          <a:xfrm>
            <a:off x="365760" y="3497845"/>
            <a:ext cx="4480560" cy="201168"/>
          </a:xfrm>
          <a:prstGeom prst="rect">
            <a:avLst/>
          </a:prstGeom>
          <a:noFill/>
          <a:ln/>
        </p:spPr>
        <p:txBody>
          <a:bodyPr wrap="square" lIns="0" tIns="0" rIns="0" bIns="0" rtlCol="0" anchor="t"/>
          <a:lstStyle/>
          <a:p>
            <a:pPr marL="0" indent="0">
              <a:buNone/>
            </a:pPr>
            <a:r>
              <a:rPr lang="en-US" sz="1000" b="1">
                <a:solidFill>
                  <a:srgbClr val="0D1B2A"/>
                </a:solidFill>
                <a:latin typeface="Calibri" pitchFamily="34" charset="0"/>
                <a:ea typeface="Calibri" pitchFamily="34" charset="-122"/>
                <a:cs typeface="Calibri" pitchFamily="34" charset="-120"/>
              </a:rPr>
              <a:t>Performance</a:t>
            </a:r>
            <a:endParaRPr lang="en-US" sz="1000"/>
          </a:p>
        </p:txBody>
      </p:sp>
      <p:sp>
        <p:nvSpPr>
          <p:cNvPr id="20" name="Text 18"/>
          <p:cNvSpPr/>
          <p:nvPr/>
        </p:nvSpPr>
        <p:spPr>
          <a:xfrm>
            <a:off x="364670" y="3652908"/>
            <a:ext cx="4670775" cy="516569"/>
          </a:xfrm>
          <a:prstGeom prst="rect">
            <a:avLst/>
          </a:prstGeom>
          <a:noFill/>
          <a:ln/>
        </p:spPr>
        <p:txBody>
          <a:bodyPr wrap="square" lIns="0" tIns="0" rIns="0" bIns="0" rtlCol="0" anchor="t"/>
          <a:lstStyle/>
          <a:p>
            <a:r>
              <a:rPr lang="en-US" sz="850">
                <a:latin typeface="Calibri"/>
                <a:ea typeface="Calibri"/>
                <a:cs typeface="Calibri"/>
              </a:rPr>
              <a:t>Achieved 96% accuracy on test set; outperformed standard LSTM and traditional ML baselines. Limitations include the model being highly dependent on the data it was trained on to recognize patterns. Because it analyzes packets sequential it can be at times hard to detect what the model is flagging.</a:t>
            </a:r>
          </a:p>
          <a:p>
            <a:endParaRPr lang="en-US" sz="850">
              <a:solidFill>
                <a:srgbClr val="334E5E"/>
              </a:solidFill>
              <a:latin typeface="Calibri"/>
              <a:ea typeface="Calibri"/>
              <a:cs typeface="Calibri"/>
            </a:endParaRPr>
          </a:p>
        </p:txBody>
      </p:sp>
      <p:sp>
        <p:nvSpPr>
          <p:cNvPr id="21" name="Shape 19"/>
          <p:cNvSpPr/>
          <p:nvPr/>
        </p:nvSpPr>
        <p:spPr>
          <a:xfrm>
            <a:off x="178308" y="4197096"/>
            <a:ext cx="91440" cy="91440"/>
          </a:xfrm>
          <a:prstGeom prst="ellipse">
            <a:avLst/>
          </a:prstGeom>
          <a:solidFill>
            <a:srgbClr val="00B4D8"/>
          </a:solidFill>
          <a:ln w="12700">
            <a:solidFill>
              <a:srgbClr val="00B4D8"/>
            </a:solidFill>
            <a:prstDash val="solid"/>
          </a:ln>
        </p:spPr>
        <p:txBody>
          <a:bodyPr/>
          <a:lstStyle/>
          <a:p>
            <a:endParaRPr lang="en-US"/>
          </a:p>
        </p:txBody>
      </p:sp>
      <p:sp>
        <p:nvSpPr>
          <p:cNvPr id="22" name="Text 20"/>
          <p:cNvSpPr/>
          <p:nvPr/>
        </p:nvSpPr>
        <p:spPr>
          <a:xfrm>
            <a:off x="365760" y="4172778"/>
            <a:ext cx="4480560" cy="201168"/>
          </a:xfrm>
          <a:prstGeom prst="rect">
            <a:avLst/>
          </a:prstGeom>
          <a:noFill/>
          <a:ln/>
        </p:spPr>
        <p:txBody>
          <a:bodyPr wrap="square" lIns="0" tIns="0" rIns="0" bIns="0" rtlCol="0" anchor="t"/>
          <a:lstStyle/>
          <a:p>
            <a:pPr marL="0" indent="0">
              <a:buNone/>
            </a:pPr>
            <a:r>
              <a:rPr lang="en-US" sz="1000" b="1">
                <a:solidFill>
                  <a:srgbClr val="0D1B2A"/>
                </a:solidFill>
                <a:latin typeface="Calibri" pitchFamily="34" charset="0"/>
                <a:ea typeface="Calibri" pitchFamily="34" charset="-122"/>
                <a:cs typeface="Calibri" pitchFamily="34" charset="-120"/>
              </a:rPr>
              <a:t>Real-world use</a:t>
            </a:r>
            <a:endParaRPr lang="en-US" sz="1000"/>
          </a:p>
        </p:txBody>
      </p:sp>
      <p:sp>
        <p:nvSpPr>
          <p:cNvPr id="23" name="Text 21"/>
          <p:cNvSpPr/>
          <p:nvPr/>
        </p:nvSpPr>
        <p:spPr>
          <a:xfrm>
            <a:off x="364671" y="4339291"/>
            <a:ext cx="4670774" cy="384048"/>
          </a:xfrm>
          <a:prstGeom prst="rect">
            <a:avLst/>
          </a:prstGeom>
          <a:noFill/>
          <a:ln/>
        </p:spPr>
        <p:txBody>
          <a:bodyPr wrap="square" lIns="0" tIns="0" rIns="0" bIns="0" rtlCol="0" anchor="t"/>
          <a:lstStyle/>
          <a:p>
            <a:pPr marL="0" indent="0">
              <a:buNone/>
            </a:pPr>
            <a:r>
              <a:rPr lang="en-US" sz="850">
                <a:latin typeface="Calibri" pitchFamily="34" charset="0"/>
                <a:ea typeface="Calibri" pitchFamily="34" charset="-122"/>
                <a:cs typeface="Calibri" pitchFamily="34" charset="-120"/>
              </a:rPr>
              <a:t>Used in academic IDS research, financial fraud detection, and network anomaly detection at an enterprise scale</a:t>
            </a:r>
            <a:endParaRPr lang="en-US" sz="850"/>
          </a:p>
        </p:txBody>
      </p:sp>
      <p:sp>
        <p:nvSpPr>
          <p:cNvPr id="25" name="Text 23"/>
          <p:cNvSpPr>
            <a:spLocks/>
          </p:cNvSpPr>
          <p:nvPr/>
        </p:nvSpPr>
        <p:spPr>
          <a:xfrm>
            <a:off x="5120640" y="704088"/>
            <a:ext cx="3657600" cy="256032"/>
          </a:xfrm>
          <a:prstGeom prst="rect">
            <a:avLst/>
          </a:prstGeom>
          <a:noFill/>
          <a:ln/>
        </p:spPr>
        <p:txBody>
          <a:bodyPr wrap="square" lIns="0" tIns="0" rIns="0" bIns="0" rtlCol="0" anchor="ctr"/>
          <a:lstStyle/>
          <a:p>
            <a:pPr marL="0" indent="0" algn="ctr">
              <a:buNone/>
            </a:pPr>
            <a:endParaRPr lang="en-US" sz="950"/>
          </a:p>
        </p:txBody>
      </p:sp>
      <p:pic>
        <p:nvPicPr>
          <p:cNvPr id="54" name="Picture 53">
            <a:extLst>
              <a:ext uri="{FF2B5EF4-FFF2-40B4-BE49-F238E27FC236}">
                <a16:creationId xmlns:a16="http://schemas.microsoft.com/office/drawing/2014/main" id="{4EE9ADE0-C98D-ADE5-AA61-3824E8A98307}"/>
              </a:ext>
            </a:extLst>
          </p:cNvPr>
          <p:cNvPicPr>
            <a:picLocks noChangeAspect="1"/>
          </p:cNvPicPr>
          <p:nvPr/>
        </p:nvPicPr>
        <p:blipFill>
          <a:blip r:embed="rId3"/>
          <a:srcRect l="521" t="1" r="-521" b="44935"/>
          <a:stretch>
            <a:fillRect/>
          </a:stretch>
        </p:blipFill>
        <p:spPr>
          <a:xfrm>
            <a:off x="5355484" y="1014984"/>
            <a:ext cx="3678408" cy="3388681"/>
          </a:xfrm>
          <a:prstGeom prst="rect">
            <a:avLst/>
          </a:prstGeom>
        </p:spPr>
      </p:pic>
      <p:sp>
        <p:nvSpPr>
          <p:cNvPr id="55" name="Text 21">
            <a:extLst>
              <a:ext uri="{FF2B5EF4-FFF2-40B4-BE49-F238E27FC236}">
                <a16:creationId xmlns:a16="http://schemas.microsoft.com/office/drawing/2014/main" id="{24C98B96-402C-32ED-48BC-B3E3F4EAB6D9}"/>
              </a:ext>
            </a:extLst>
          </p:cNvPr>
          <p:cNvSpPr/>
          <p:nvPr/>
        </p:nvSpPr>
        <p:spPr>
          <a:xfrm>
            <a:off x="5684668" y="2980757"/>
            <a:ext cx="1371600" cy="256032"/>
          </a:xfrm>
          <a:prstGeom prst="rect">
            <a:avLst/>
          </a:prstGeom>
          <a:noFill/>
          <a:ln/>
        </p:spPr>
        <p:txBody>
          <a:bodyPr wrap="square" rtlCol="0" anchor="ctr"/>
          <a:lstStyle/>
          <a:p>
            <a:pPr marL="0" indent="0" algn="ctr">
              <a:buNone/>
            </a:pPr>
            <a:endParaRPr lang="en-US" sz="800"/>
          </a:p>
        </p:txBody>
      </p:sp>
      <p:sp>
        <p:nvSpPr>
          <p:cNvPr id="56" name="Text 22">
            <a:extLst>
              <a:ext uri="{FF2B5EF4-FFF2-40B4-BE49-F238E27FC236}">
                <a16:creationId xmlns:a16="http://schemas.microsoft.com/office/drawing/2014/main" id="{42E10146-B457-ED25-989F-B8643D9B3E59}"/>
              </a:ext>
            </a:extLst>
          </p:cNvPr>
          <p:cNvSpPr/>
          <p:nvPr/>
        </p:nvSpPr>
        <p:spPr>
          <a:xfrm>
            <a:off x="7101988" y="2980757"/>
            <a:ext cx="1737360" cy="256032"/>
          </a:xfrm>
          <a:prstGeom prst="rect">
            <a:avLst/>
          </a:prstGeom>
          <a:noFill/>
          <a:ln/>
        </p:spPr>
        <p:txBody>
          <a:bodyPr wrap="square" rtlCol="0" anchor="ctr"/>
          <a:lstStyle/>
          <a:p>
            <a:pPr marL="0" indent="0" algn="ctr">
              <a:buNone/>
            </a:pPr>
            <a:endParaRPr lang="en-US" sz="800"/>
          </a:p>
        </p:txBody>
      </p:sp>
      <p:sp>
        <p:nvSpPr>
          <p:cNvPr id="58" name="Text 24">
            <a:extLst>
              <a:ext uri="{FF2B5EF4-FFF2-40B4-BE49-F238E27FC236}">
                <a16:creationId xmlns:a16="http://schemas.microsoft.com/office/drawing/2014/main" id="{EB2527DF-FB41-C0C0-9FF0-3371E63C1F1E}"/>
              </a:ext>
            </a:extLst>
          </p:cNvPr>
          <p:cNvSpPr/>
          <p:nvPr/>
        </p:nvSpPr>
        <p:spPr>
          <a:xfrm>
            <a:off x="5035444" y="4224341"/>
            <a:ext cx="640080" cy="914400"/>
          </a:xfrm>
          <a:prstGeom prst="rect">
            <a:avLst/>
          </a:prstGeom>
          <a:noFill/>
          <a:ln/>
        </p:spPr>
        <p:txBody>
          <a:bodyPr wrap="square" rtlCol="0" anchor="ctr"/>
          <a:lstStyle/>
          <a:p>
            <a:pPr marL="0" indent="0" algn="ctr">
              <a:buNone/>
            </a:pPr>
            <a:endParaRPr lang="en-US" sz="800"/>
          </a:p>
        </p:txBody>
      </p:sp>
    </p:spTree>
    <p:extLst>
      <p:ext uri="{BB962C8B-B14F-4D97-AF65-F5344CB8AC3E}">
        <p14:creationId xmlns:p14="http://schemas.microsoft.com/office/powerpoint/2010/main" val="17969297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95857C-34ED-B9B7-D45A-2E9E0CFDFC6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E41169D-5A18-E944-DD59-1090B1BE93A8}"/>
              </a:ext>
            </a:extLst>
          </p:cNvPr>
          <p:cNvSpPr/>
          <p:nvPr/>
        </p:nvSpPr>
        <p:spPr>
          <a:xfrm>
            <a:off x="0" y="0"/>
            <a:ext cx="9144000" cy="914400"/>
          </a:xfrm>
          <a:prstGeom prst="rect">
            <a:avLst/>
          </a:prstGeom>
          <a:solidFill>
            <a:srgbClr val="0D1B2A"/>
          </a:solidFill>
          <a:ln/>
        </p:spPr>
        <p:txBody>
          <a:bodyPr/>
          <a:lstStyle/>
          <a:p>
            <a:endParaRPr lang="en-US"/>
          </a:p>
        </p:txBody>
      </p:sp>
      <p:sp>
        <p:nvSpPr>
          <p:cNvPr id="3" name="Text 1">
            <a:extLst>
              <a:ext uri="{FF2B5EF4-FFF2-40B4-BE49-F238E27FC236}">
                <a16:creationId xmlns:a16="http://schemas.microsoft.com/office/drawing/2014/main" id="{0DB0ECB7-559A-4ED0-A158-38CD45F3EEEA}"/>
              </a:ext>
            </a:extLst>
          </p:cNvPr>
          <p:cNvSpPr/>
          <p:nvPr/>
        </p:nvSpPr>
        <p:spPr>
          <a:xfrm>
            <a:off x="457200" y="0"/>
            <a:ext cx="8229600" cy="914400"/>
          </a:xfrm>
          <a:prstGeom prst="rect">
            <a:avLst/>
          </a:prstGeom>
          <a:noFill/>
          <a:ln/>
        </p:spPr>
        <p:txBody>
          <a:bodyPr wrap="square" rtlCol="0" anchor="ctr"/>
          <a:lstStyle/>
          <a:p>
            <a:pPr marL="0" indent="0" algn="l">
              <a:buNone/>
            </a:pPr>
            <a:r>
              <a:rPr lang="en-US" sz="2800" b="1">
                <a:solidFill>
                  <a:srgbClr val="FFFFFF"/>
                </a:solidFill>
                <a:latin typeface="Calibri" pitchFamily="34" charset="0"/>
                <a:cs typeface="Calibri" pitchFamily="34" charset="-120"/>
              </a:rPr>
              <a:t>Live Demo</a:t>
            </a:r>
            <a:endParaRPr lang="en-US" sz="2800"/>
          </a:p>
        </p:txBody>
      </p:sp>
      <p:sp>
        <p:nvSpPr>
          <p:cNvPr id="4" name="Text 2">
            <a:extLst>
              <a:ext uri="{FF2B5EF4-FFF2-40B4-BE49-F238E27FC236}">
                <a16:creationId xmlns:a16="http://schemas.microsoft.com/office/drawing/2014/main" id="{C0EB97ED-2D7F-D8EB-7877-683D1B3B845A}"/>
              </a:ext>
            </a:extLst>
          </p:cNvPr>
          <p:cNvSpPr/>
          <p:nvPr/>
        </p:nvSpPr>
        <p:spPr>
          <a:xfrm>
            <a:off x="8046720" y="0"/>
            <a:ext cx="822960" cy="914400"/>
          </a:xfrm>
          <a:prstGeom prst="rect">
            <a:avLst/>
          </a:prstGeom>
          <a:noFill/>
          <a:ln/>
        </p:spPr>
        <p:txBody>
          <a:bodyPr wrap="square" lIns="91440" tIns="45720" rIns="91440" bIns="45720" rtlCol="0" anchor="ctr"/>
          <a:lstStyle/>
          <a:p>
            <a:pPr marL="0" indent="0" algn="r">
              <a:buNone/>
            </a:pPr>
            <a:r>
              <a:rPr lang="en-US" sz="3600" b="1">
                <a:solidFill>
                  <a:srgbClr val="00B4D8"/>
                </a:solidFill>
                <a:ea typeface="Calibri"/>
                <a:cs typeface="Calibri"/>
              </a:rPr>
              <a:t>09</a:t>
            </a:r>
          </a:p>
        </p:txBody>
      </p:sp>
      <p:sp>
        <p:nvSpPr>
          <p:cNvPr id="5" name="Shape 3">
            <a:extLst>
              <a:ext uri="{FF2B5EF4-FFF2-40B4-BE49-F238E27FC236}">
                <a16:creationId xmlns:a16="http://schemas.microsoft.com/office/drawing/2014/main" id="{5C750171-DEDA-B41D-DF3F-0C87534303C1}"/>
              </a:ext>
            </a:extLst>
          </p:cNvPr>
          <p:cNvSpPr/>
          <p:nvPr/>
        </p:nvSpPr>
        <p:spPr>
          <a:xfrm>
            <a:off x="246571" y="1107440"/>
            <a:ext cx="4224753" cy="292608"/>
          </a:xfrm>
          <a:prstGeom prst="rect">
            <a:avLst/>
          </a:prstGeom>
          <a:solidFill>
            <a:srgbClr val="0D1B2A"/>
          </a:solidFill>
          <a:ln w="12700">
            <a:solidFill>
              <a:srgbClr val="0D1B2A"/>
            </a:solidFill>
            <a:prstDash val="solid"/>
          </a:ln>
        </p:spPr>
        <p:txBody>
          <a:bodyPr/>
          <a:lstStyle/>
          <a:p>
            <a:endParaRPr lang="en-US"/>
          </a:p>
        </p:txBody>
      </p:sp>
      <p:sp>
        <p:nvSpPr>
          <p:cNvPr id="6" name="Text 4">
            <a:extLst>
              <a:ext uri="{FF2B5EF4-FFF2-40B4-BE49-F238E27FC236}">
                <a16:creationId xmlns:a16="http://schemas.microsoft.com/office/drawing/2014/main" id="{B7DD5A1C-EA00-DEA4-6E19-0E1721AE0069}"/>
              </a:ext>
            </a:extLst>
          </p:cNvPr>
          <p:cNvSpPr/>
          <p:nvPr/>
        </p:nvSpPr>
        <p:spPr>
          <a:xfrm>
            <a:off x="300990" y="1062004"/>
            <a:ext cx="4358640" cy="367110"/>
          </a:xfrm>
          <a:prstGeom prst="rect">
            <a:avLst/>
          </a:prstGeom>
          <a:noFill/>
          <a:ln/>
        </p:spPr>
        <p:txBody>
          <a:bodyPr wrap="square" lIns="0" tIns="0" rIns="0" bIns="0" rtlCol="0" anchor="ctr"/>
          <a:lstStyle/>
          <a:p>
            <a:pPr marL="0" indent="0">
              <a:buNone/>
            </a:pPr>
            <a:r>
              <a:rPr lang="en-US" sz="1100" b="1" err="1">
                <a:solidFill>
                  <a:srgbClr val="00B4D8"/>
                </a:solidFill>
                <a:latin typeface="Calibri" pitchFamily="34" charset="0"/>
                <a:ea typeface="Calibri" pitchFamily="34" charset="-122"/>
                <a:cs typeface="Calibri" pitchFamily="34" charset="-120"/>
              </a:rPr>
              <a:t>IsolationForest</a:t>
            </a:r>
            <a:endParaRPr lang="en-US" sz="1100"/>
          </a:p>
        </p:txBody>
      </p:sp>
      <p:sp>
        <p:nvSpPr>
          <p:cNvPr id="20" name="Shape 17">
            <a:extLst>
              <a:ext uri="{FF2B5EF4-FFF2-40B4-BE49-F238E27FC236}">
                <a16:creationId xmlns:a16="http://schemas.microsoft.com/office/drawing/2014/main" id="{5B40A9BF-B67E-A827-F2B2-DFB45A6F722F}"/>
              </a:ext>
            </a:extLst>
          </p:cNvPr>
          <p:cNvSpPr/>
          <p:nvPr/>
        </p:nvSpPr>
        <p:spPr>
          <a:xfrm>
            <a:off x="4613910" y="1102560"/>
            <a:ext cx="4224528" cy="292608"/>
          </a:xfrm>
          <a:prstGeom prst="rect">
            <a:avLst/>
          </a:prstGeom>
          <a:solidFill>
            <a:srgbClr val="0D1B2A"/>
          </a:solidFill>
          <a:ln w="12700">
            <a:solidFill>
              <a:srgbClr val="0D1B2A"/>
            </a:solidFill>
            <a:prstDash val="solid"/>
          </a:ln>
        </p:spPr>
        <p:txBody>
          <a:bodyPr/>
          <a:lstStyle/>
          <a:p>
            <a:endParaRPr lang="en-US"/>
          </a:p>
        </p:txBody>
      </p:sp>
      <p:sp>
        <p:nvSpPr>
          <p:cNvPr id="21" name="Text 18">
            <a:extLst>
              <a:ext uri="{FF2B5EF4-FFF2-40B4-BE49-F238E27FC236}">
                <a16:creationId xmlns:a16="http://schemas.microsoft.com/office/drawing/2014/main" id="{85BED65A-AE57-8762-4586-75DB6D847202}"/>
              </a:ext>
            </a:extLst>
          </p:cNvPr>
          <p:cNvSpPr/>
          <p:nvPr/>
        </p:nvSpPr>
        <p:spPr>
          <a:xfrm>
            <a:off x="4659630" y="1099255"/>
            <a:ext cx="4114800" cy="292608"/>
          </a:xfrm>
          <a:prstGeom prst="rect">
            <a:avLst/>
          </a:prstGeom>
          <a:noFill/>
          <a:ln/>
        </p:spPr>
        <p:txBody>
          <a:bodyPr wrap="square" lIns="0" tIns="0" rIns="0" bIns="0" rtlCol="0" anchor="ctr"/>
          <a:lstStyle/>
          <a:p>
            <a:pPr marL="0" indent="0">
              <a:buNone/>
            </a:pPr>
            <a:r>
              <a:rPr lang="en-US" sz="1100" b="1">
                <a:solidFill>
                  <a:srgbClr val="00B4D8"/>
                </a:solidFill>
                <a:latin typeface="Calibri"/>
                <a:ea typeface="Calibri"/>
                <a:cs typeface="Calibri"/>
              </a:rPr>
              <a:t>BiLSTM </a:t>
            </a:r>
            <a:endParaRPr lang="en-US" sz="1100">
              <a:latin typeface="Calibri"/>
              <a:ea typeface="Calibri"/>
              <a:cs typeface="Calibri"/>
            </a:endParaRPr>
          </a:p>
        </p:txBody>
      </p:sp>
      <p:sp>
        <p:nvSpPr>
          <p:cNvPr id="24" name="Text 21">
            <a:extLst>
              <a:ext uri="{FF2B5EF4-FFF2-40B4-BE49-F238E27FC236}">
                <a16:creationId xmlns:a16="http://schemas.microsoft.com/office/drawing/2014/main" id="{89EF5D65-0C9C-B2BB-AA94-BB5271E0887C}"/>
              </a:ext>
            </a:extLst>
          </p:cNvPr>
          <p:cNvSpPr/>
          <p:nvPr/>
        </p:nvSpPr>
        <p:spPr>
          <a:xfrm>
            <a:off x="5715000" y="1436624"/>
            <a:ext cx="1371600" cy="256032"/>
          </a:xfrm>
          <a:prstGeom prst="rect">
            <a:avLst/>
          </a:prstGeom>
          <a:noFill/>
          <a:ln/>
        </p:spPr>
        <p:txBody>
          <a:bodyPr wrap="square" rtlCol="0" anchor="ctr"/>
          <a:lstStyle/>
          <a:p>
            <a:pPr marL="0" indent="0" algn="ctr">
              <a:buNone/>
            </a:pPr>
            <a:endParaRPr lang="en-US" sz="800"/>
          </a:p>
        </p:txBody>
      </p:sp>
      <p:sp>
        <p:nvSpPr>
          <p:cNvPr id="25" name="Text 22">
            <a:extLst>
              <a:ext uri="{FF2B5EF4-FFF2-40B4-BE49-F238E27FC236}">
                <a16:creationId xmlns:a16="http://schemas.microsoft.com/office/drawing/2014/main" id="{0CFD75FC-1093-33FE-D964-90F2F25D3CBB}"/>
              </a:ext>
            </a:extLst>
          </p:cNvPr>
          <p:cNvSpPr/>
          <p:nvPr/>
        </p:nvSpPr>
        <p:spPr>
          <a:xfrm>
            <a:off x="7132320" y="1436624"/>
            <a:ext cx="1737360" cy="256032"/>
          </a:xfrm>
          <a:prstGeom prst="rect">
            <a:avLst/>
          </a:prstGeom>
          <a:noFill/>
          <a:ln/>
        </p:spPr>
        <p:txBody>
          <a:bodyPr wrap="square" rtlCol="0" anchor="ctr"/>
          <a:lstStyle/>
          <a:p>
            <a:pPr marL="0" indent="0" algn="ctr">
              <a:buNone/>
            </a:pPr>
            <a:endParaRPr lang="en-US" sz="800"/>
          </a:p>
        </p:txBody>
      </p:sp>
      <p:pic>
        <p:nvPicPr>
          <p:cNvPr id="15" name="Picture 14">
            <a:extLst>
              <a:ext uri="{FF2B5EF4-FFF2-40B4-BE49-F238E27FC236}">
                <a16:creationId xmlns:a16="http://schemas.microsoft.com/office/drawing/2014/main" id="{E9D0279D-3428-277B-C73E-15642C5679F2}"/>
              </a:ext>
            </a:extLst>
          </p:cNvPr>
          <p:cNvPicPr>
            <a:picLocks noChangeAspect="1"/>
          </p:cNvPicPr>
          <p:nvPr/>
        </p:nvPicPr>
        <p:blipFill>
          <a:blip r:embed="rId3"/>
          <a:stretch>
            <a:fillRect/>
          </a:stretch>
        </p:blipFill>
        <p:spPr>
          <a:xfrm>
            <a:off x="251460" y="1435722"/>
            <a:ext cx="4223114" cy="2895871"/>
          </a:xfrm>
          <a:prstGeom prst="rect">
            <a:avLst/>
          </a:prstGeom>
        </p:spPr>
      </p:pic>
      <p:pic>
        <p:nvPicPr>
          <p:cNvPr id="19" name="Picture 18">
            <a:extLst>
              <a:ext uri="{FF2B5EF4-FFF2-40B4-BE49-F238E27FC236}">
                <a16:creationId xmlns:a16="http://schemas.microsoft.com/office/drawing/2014/main" id="{605CE168-89DB-DEC1-600C-56774B93C631}"/>
              </a:ext>
            </a:extLst>
          </p:cNvPr>
          <p:cNvPicPr>
            <a:picLocks noChangeAspect="1"/>
          </p:cNvPicPr>
          <p:nvPr/>
        </p:nvPicPr>
        <p:blipFill>
          <a:blip r:embed="rId4"/>
          <a:stretch>
            <a:fillRect/>
          </a:stretch>
        </p:blipFill>
        <p:spPr>
          <a:xfrm>
            <a:off x="4613910" y="1427976"/>
            <a:ext cx="4224528" cy="2903617"/>
          </a:xfrm>
          <a:prstGeom prst="rect">
            <a:avLst/>
          </a:prstGeom>
        </p:spPr>
      </p:pic>
    </p:spTree>
    <p:extLst>
      <p:ext uri="{BB962C8B-B14F-4D97-AF65-F5344CB8AC3E}">
        <p14:creationId xmlns:p14="http://schemas.microsoft.com/office/powerpoint/2010/main" val="18502677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6E7864-C358-88FA-D837-D01A829395C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991D5D1-FF2B-B44C-ED10-81FD5BCFF191}"/>
              </a:ext>
            </a:extLst>
          </p:cNvPr>
          <p:cNvSpPr/>
          <p:nvPr/>
        </p:nvSpPr>
        <p:spPr>
          <a:xfrm>
            <a:off x="0" y="0"/>
            <a:ext cx="9144000" cy="685800"/>
          </a:xfrm>
          <a:prstGeom prst="rect">
            <a:avLst/>
          </a:prstGeom>
          <a:solidFill>
            <a:srgbClr val="0D1B2A"/>
          </a:solidFill>
          <a:ln w="12700">
            <a:solidFill>
              <a:srgbClr val="0D1B2A"/>
            </a:solidFill>
            <a:prstDash val="solid"/>
          </a:ln>
        </p:spPr>
        <p:txBody>
          <a:bodyPr/>
          <a:lstStyle/>
          <a:p>
            <a:endParaRPr lang="en-US"/>
          </a:p>
        </p:txBody>
      </p:sp>
      <p:sp>
        <p:nvSpPr>
          <p:cNvPr id="3" name="Shape 1">
            <a:extLst>
              <a:ext uri="{FF2B5EF4-FFF2-40B4-BE49-F238E27FC236}">
                <a16:creationId xmlns:a16="http://schemas.microsoft.com/office/drawing/2014/main" id="{DC977B91-905D-1B2A-C199-3C241502E69C}"/>
              </a:ext>
            </a:extLst>
          </p:cNvPr>
          <p:cNvSpPr/>
          <p:nvPr/>
        </p:nvSpPr>
        <p:spPr>
          <a:xfrm>
            <a:off x="0" y="0"/>
            <a:ext cx="109728" cy="5143500"/>
          </a:xfrm>
          <a:prstGeom prst="rect">
            <a:avLst/>
          </a:prstGeom>
          <a:solidFill>
            <a:srgbClr val="00B4D8"/>
          </a:solidFill>
          <a:ln w="12700">
            <a:solidFill>
              <a:srgbClr val="00B4D8"/>
            </a:solidFill>
            <a:prstDash val="solid"/>
          </a:ln>
        </p:spPr>
        <p:txBody>
          <a:bodyPr/>
          <a:lstStyle/>
          <a:p>
            <a:endParaRPr lang="en-US"/>
          </a:p>
        </p:txBody>
      </p:sp>
      <p:sp>
        <p:nvSpPr>
          <p:cNvPr id="4" name="Text 2">
            <a:extLst>
              <a:ext uri="{FF2B5EF4-FFF2-40B4-BE49-F238E27FC236}">
                <a16:creationId xmlns:a16="http://schemas.microsoft.com/office/drawing/2014/main" id="{37CCB8DE-0C1A-A916-3A82-3195F3B0923D}"/>
              </a:ext>
            </a:extLst>
          </p:cNvPr>
          <p:cNvSpPr/>
          <p:nvPr/>
        </p:nvSpPr>
        <p:spPr>
          <a:xfrm>
            <a:off x="228600" y="0"/>
            <a:ext cx="7498080" cy="685800"/>
          </a:xfrm>
          <a:prstGeom prst="rect">
            <a:avLst/>
          </a:prstGeom>
          <a:noFill/>
          <a:ln/>
        </p:spPr>
        <p:txBody>
          <a:bodyPr wrap="square" lIns="0" tIns="0" rIns="0" bIns="0" rtlCol="0" anchor="ctr"/>
          <a:lstStyle/>
          <a:p>
            <a:pPr marL="0" indent="0">
              <a:buNone/>
            </a:pPr>
            <a:r>
              <a:rPr lang="en-US" sz="2200" b="1">
                <a:solidFill>
                  <a:srgbClr val="FFFFFF"/>
                </a:solidFill>
                <a:latin typeface="Calibri" pitchFamily="34" charset="0"/>
                <a:ea typeface="Calibri" pitchFamily="34" charset="-122"/>
                <a:cs typeface="Calibri" pitchFamily="34" charset="-120"/>
              </a:rPr>
              <a:t>Bidirectional Long Short-Term Memory (BiLSTM) Results</a:t>
            </a:r>
            <a:endParaRPr lang="en-US" sz="2200"/>
          </a:p>
        </p:txBody>
      </p:sp>
      <p:sp>
        <p:nvSpPr>
          <p:cNvPr id="5" name="Text 3">
            <a:extLst>
              <a:ext uri="{FF2B5EF4-FFF2-40B4-BE49-F238E27FC236}">
                <a16:creationId xmlns:a16="http://schemas.microsoft.com/office/drawing/2014/main" id="{4C9D2E04-96FB-4967-2A14-0118007381D1}"/>
              </a:ext>
            </a:extLst>
          </p:cNvPr>
          <p:cNvSpPr/>
          <p:nvPr/>
        </p:nvSpPr>
        <p:spPr>
          <a:xfrm>
            <a:off x="7932420" y="7005"/>
            <a:ext cx="1005840" cy="685800"/>
          </a:xfrm>
          <a:prstGeom prst="rect">
            <a:avLst/>
          </a:prstGeom>
          <a:noFill/>
          <a:ln/>
        </p:spPr>
        <p:txBody>
          <a:bodyPr wrap="square" lIns="0" tIns="0" rIns="0" bIns="0" rtlCol="0" anchor="ctr"/>
          <a:lstStyle/>
          <a:p>
            <a:pPr marL="0" indent="0" algn="r">
              <a:buNone/>
            </a:pPr>
            <a:r>
              <a:rPr lang="en-US" sz="3600" b="1">
                <a:solidFill>
                  <a:srgbClr val="00B4D8"/>
                </a:solidFill>
                <a:latin typeface="Calibri"/>
                <a:cs typeface="Calibri"/>
              </a:rPr>
              <a:t>10</a:t>
            </a:r>
            <a:endParaRPr lang="en-US" sz="3600"/>
          </a:p>
        </p:txBody>
      </p:sp>
      <p:pic>
        <p:nvPicPr>
          <p:cNvPr id="8" name="Picture 7" descr="A screenshot of a graph&#10;&#10;AI-generated content may be incorrect.">
            <a:extLst>
              <a:ext uri="{FF2B5EF4-FFF2-40B4-BE49-F238E27FC236}">
                <a16:creationId xmlns:a16="http://schemas.microsoft.com/office/drawing/2014/main" id="{833AB9DF-C4D1-4F3A-CE22-9576C211370F}"/>
              </a:ext>
            </a:extLst>
          </p:cNvPr>
          <p:cNvPicPr>
            <a:picLocks noChangeAspect="1"/>
          </p:cNvPicPr>
          <p:nvPr/>
        </p:nvPicPr>
        <p:blipFill>
          <a:blip r:embed="rId3"/>
          <a:stretch>
            <a:fillRect/>
          </a:stretch>
        </p:blipFill>
        <p:spPr>
          <a:xfrm>
            <a:off x="1842935" y="819978"/>
            <a:ext cx="5458130" cy="4033632"/>
          </a:xfrm>
          <a:prstGeom prst="rect">
            <a:avLst/>
          </a:prstGeom>
        </p:spPr>
      </p:pic>
    </p:spTree>
    <p:extLst>
      <p:ext uri="{BB962C8B-B14F-4D97-AF65-F5344CB8AC3E}">
        <p14:creationId xmlns:p14="http://schemas.microsoft.com/office/powerpoint/2010/main" val="6233561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7947BF7A-7F4F-956C-3213-00C40F8513A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E2594A5-F403-2CD2-0D5B-845B39CD5DE1}"/>
              </a:ext>
            </a:extLst>
          </p:cNvPr>
          <p:cNvSpPr/>
          <p:nvPr/>
        </p:nvSpPr>
        <p:spPr>
          <a:xfrm>
            <a:off x="0" y="0"/>
            <a:ext cx="9144000" cy="914400"/>
          </a:xfrm>
          <a:prstGeom prst="rect">
            <a:avLst/>
          </a:prstGeom>
          <a:solidFill>
            <a:srgbClr val="1B4F72"/>
          </a:solidFill>
          <a:ln/>
        </p:spPr>
        <p:txBody>
          <a:bodyPr/>
          <a:lstStyle/>
          <a:p>
            <a:endParaRPr lang="en-US"/>
          </a:p>
        </p:txBody>
      </p:sp>
      <p:sp>
        <p:nvSpPr>
          <p:cNvPr id="3" name="Text 1">
            <a:extLst>
              <a:ext uri="{FF2B5EF4-FFF2-40B4-BE49-F238E27FC236}">
                <a16:creationId xmlns:a16="http://schemas.microsoft.com/office/drawing/2014/main" id="{13F4281C-5C46-D702-D04D-5F93C5C48C98}"/>
              </a:ext>
            </a:extLst>
          </p:cNvPr>
          <p:cNvSpPr/>
          <p:nvPr/>
        </p:nvSpPr>
        <p:spPr>
          <a:xfrm>
            <a:off x="457200" y="0"/>
            <a:ext cx="8229600" cy="914400"/>
          </a:xfrm>
          <a:prstGeom prst="rect">
            <a:avLst/>
          </a:prstGeom>
          <a:noFill/>
          <a:ln/>
        </p:spPr>
        <p:txBody>
          <a:bodyPr wrap="square" lIns="91440" tIns="45720" rIns="91440" bIns="45720" rtlCol="0" anchor="ctr"/>
          <a:lstStyle/>
          <a:p>
            <a:r>
              <a:rPr lang="en-US" sz="2800" b="1">
                <a:solidFill>
                  <a:srgbClr val="FFFFFF"/>
                </a:solidFill>
                <a:ea typeface="Calibri"/>
                <a:cs typeface="Calibri"/>
              </a:rPr>
              <a:t>CNN-LSTM for </a:t>
            </a:r>
            <a:r>
              <a:rPr lang="en-US" sz="2800" b="1" err="1">
                <a:solidFill>
                  <a:srgbClr val="FFFFFF"/>
                </a:solidFill>
                <a:ea typeface="Calibri"/>
                <a:cs typeface="Calibri"/>
              </a:rPr>
              <a:t>LoR</a:t>
            </a:r>
            <a:r>
              <a:rPr lang="en-US" sz="2800" b="1">
                <a:solidFill>
                  <a:srgbClr val="FFFFFF"/>
                </a:solidFill>
                <a:ea typeface="Calibri"/>
                <a:cs typeface="Calibri"/>
              </a:rPr>
              <a:t>a</a:t>
            </a:r>
          </a:p>
        </p:txBody>
      </p:sp>
      <p:sp>
        <p:nvSpPr>
          <p:cNvPr id="4" name="Text 2">
            <a:extLst>
              <a:ext uri="{FF2B5EF4-FFF2-40B4-BE49-F238E27FC236}">
                <a16:creationId xmlns:a16="http://schemas.microsoft.com/office/drawing/2014/main" id="{F64DE8F2-04FD-4069-30F0-3330CBD664BC}"/>
              </a:ext>
            </a:extLst>
          </p:cNvPr>
          <p:cNvSpPr/>
          <p:nvPr/>
        </p:nvSpPr>
        <p:spPr>
          <a:xfrm>
            <a:off x="8046720" y="0"/>
            <a:ext cx="822960" cy="914400"/>
          </a:xfrm>
          <a:prstGeom prst="rect">
            <a:avLst/>
          </a:prstGeom>
          <a:noFill/>
          <a:ln/>
        </p:spPr>
        <p:txBody>
          <a:bodyPr wrap="square" lIns="91440" tIns="45720" rIns="91440" bIns="45720" rtlCol="0" anchor="ctr"/>
          <a:lstStyle/>
          <a:p>
            <a:pPr marL="0" indent="0" algn="r">
              <a:buNone/>
            </a:pPr>
            <a:r>
              <a:rPr lang="en-US" sz="3600" b="1">
                <a:solidFill>
                  <a:srgbClr val="00B4D8"/>
                </a:solidFill>
                <a:ea typeface="Calibri"/>
                <a:cs typeface="Calibri"/>
              </a:rPr>
              <a:t>11</a:t>
            </a:r>
          </a:p>
        </p:txBody>
      </p:sp>
      <p:sp>
        <p:nvSpPr>
          <p:cNvPr id="5" name="Text 3">
            <a:extLst>
              <a:ext uri="{FF2B5EF4-FFF2-40B4-BE49-F238E27FC236}">
                <a16:creationId xmlns:a16="http://schemas.microsoft.com/office/drawing/2014/main" id="{FBFBC9EA-0767-9F1B-F4AA-9F6D3F86D742}"/>
              </a:ext>
            </a:extLst>
          </p:cNvPr>
          <p:cNvSpPr/>
          <p:nvPr/>
        </p:nvSpPr>
        <p:spPr>
          <a:xfrm>
            <a:off x="578853" y="1023983"/>
            <a:ext cx="4114800" cy="365760"/>
          </a:xfrm>
          <a:prstGeom prst="rect">
            <a:avLst/>
          </a:prstGeom>
          <a:noFill/>
          <a:ln/>
        </p:spPr>
        <p:txBody>
          <a:bodyPr wrap="square" lIns="91440" tIns="45720" rIns="91440" bIns="45720" rtlCol="0" anchor="ctr"/>
          <a:lstStyle/>
          <a:p>
            <a:r>
              <a:rPr lang="en-US" sz="2000" b="1">
                <a:solidFill>
                  <a:srgbClr val="00B4D8"/>
                </a:solidFill>
                <a:ea typeface="Calibri"/>
                <a:cs typeface="Calibri"/>
              </a:rPr>
              <a:t>Reasons for CNN-LSTM</a:t>
            </a:r>
          </a:p>
        </p:txBody>
      </p:sp>
      <p:sp>
        <p:nvSpPr>
          <p:cNvPr id="25" name="Text 23">
            <a:extLst>
              <a:ext uri="{FF2B5EF4-FFF2-40B4-BE49-F238E27FC236}">
                <a16:creationId xmlns:a16="http://schemas.microsoft.com/office/drawing/2014/main" id="{FEFBAAF0-DDF3-FB59-4E91-52A9537BDDDE}"/>
              </a:ext>
            </a:extLst>
          </p:cNvPr>
          <p:cNvSpPr/>
          <p:nvPr/>
        </p:nvSpPr>
        <p:spPr>
          <a:xfrm>
            <a:off x="4489966" y="1023298"/>
            <a:ext cx="4460287" cy="365760"/>
          </a:xfrm>
          <a:prstGeom prst="rect">
            <a:avLst/>
          </a:prstGeom>
          <a:noFill/>
          <a:ln/>
        </p:spPr>
        <p:txBody>
          <a:bodyPr wrap="square" lIns="91440" tIns="45720" rIns="91440" bIns="45720" rtlCol="0" anchor="ctr"/>
          <a:lstStyle/>
          <a:p>
            <a:r>
              <a:rPr lang="en-US" sz="2000" b="1">
                <a:solidFill>
                  <a:srgbClr val="00B4D8"/>
                </a:solidFill>
                <a:ea typeface="Calibri"/>
                <a:cs typeface="Calibri"/>
              </a:rPr>
              <a:t>How CNN-LSTM detects LoRa attacks</a:t>
            </a:r>
          </a:p>
        </p:txBody>
      </p:sp>
      <p:sp>
        <p:nvSpPr>
          <p:cNvPr id="6" name="TextBox 5">
            <a:extLst>
              <a:ext uri="{FF2B5EF4-FFF2-40B4-BE49-F238E27FC236}">
                <a16:creationId xmlns:a16="http://schemas.microsoft.com/office/drawing/2014/main" id="{9400E504-9C97-8149-BAB6-DC530E083FAE}"/>
              </a:ext>
            </a:extLst>
          </p:cNvPr>
          <p:cNvSpPr txBox="1"/>
          <p:nvPr/>
        </p:nvSpPr>
        <p:spPr>
          <a:xfrm>
            <a:off x="367478" y="1442868"/>
            <a:ext cx="4121703" cy="18158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Font typeface="Arial"/>
              <a:buChar char="•"/>
            </a:pPr>
            <a:r>
              <a:rPr lang="en-US" sz="1000">
                <a:solidFill>
                  <a:schemeClr val="bg1"/>
                </a:solidFill>
                <a:ea typeface="+mn-lt"/>
                <a:cs typeface="+mn-lt"/>
              </a:rPr>
              <a:t>LoRa attacks = </a:t>
            </a:r>
            <a:r>
              <a:rPr lang="en-US" sz="1000" b="1">
                <a:solidFill>
                  <a:schemeClr val="bg1"/>
                </a:solidFill>
                <a:ea typeface="+mn-lt"/>
                <a:cs typeface="+mn-lt"/>
              </a:rPr>
              <a:t>local burst patterns + forward‑moving temporal drift</a:t>
            </a:r>
            <a:endParaRPr lang="en-US" sz="1000">
              <a:solidFill>
                <a:schemeClr val="bg1"/>
              </a:solidFill>
              <a:ea typeface="Calibri"/>
              <a:cs typeface="Calibri"/>
            </a:endParaRPr>
          </a:p>
          <a:p>
            <a:pPr>
              <a:buFont typeface="Arial"/>
              <a:buChar char="•"/>
            </a:pPr>
            <a:r>
              <a:rPr lang="en-US" sz="1000">
                <a:solidFill>
                  <a:schemeClr val="bg1"/>
                </a:solidFill>
                <a:ea typeface="+mn-lt"/>
                <a:cs typeface="+mn-lt"/>
              </a:rPr>
              <a:t>BiLSTM reads sequences forward &amp; backward → unnecessary for real‑time radio streams</a:t>
            </a:r>
            <a:endParaRPr lang="en-US" sz="1000">
              <a:solidFill>
                <a:schemeClr val="bg1"/>
              </a:solidFill>
              <a:ea typeface="Calibri"/>
              <a:cs typeface="Calibri"/>
            </a:endParaRPr>
          </a:p>
          <a:p>
            <a:pPr>
              <a:buFont typeface="Arial"/>
              <a:buChar char="•"/>
            </a:pPr>
            <a:r>
              <a:rPr lang="en-US" sz="1000">
                <a:solidFill>
                  <a:schemeClr val="bg1"/>
                </a:solidFill>
                <a:ea typeface="+mn-lt"/>
                <a:cs typeface="+mn-lt"/>
              </a:rPr>
              <a:t>CNN‑LSTM advantages:</a:t>
            </a:r>
            <a:endParaRPr lang="en-US" sz="1000">
              <a:solidFill>
                <a:schemeClr val="bg1"/>
              </a:solidFill>
              <a:ea typeface="Calibri"/>
              <a:cs typeface="Calibri"/>
            </a:endParaRPr>
          </a:p>
          <a:p>
            <a:pPr lvl="1">
              <a:buFont typeface="Courier New"/>
              <a:buChar char="o"/>
            </a:pPr>
            <a:r>
              <a:rPr lang="en-US" sz="1000" b="1">
                <a:solidFill>
                  <a:schemeClr val="bg1"/>
                </a:solidFill>
                <a:ea typeface="+mn-lt"/>
                <a:cs typeface="+mn-lt"/>
              </a:rPr>
              <a:t>Conv1D</a:t>
            </a:r>
            <a:r>
              <a:rPr lang="en-US" sz="1000">
                <a:solidFill>
                  <a:schemeClr val="bg1"/>
                </a:solidFill>
                <a:ea typeface="+mn-lt"/>
                <a:cs typeface="+mn-lt"/>
              </a:rPr>
              <a:t> detects short, abrupt changes (burst attacks)</a:t>
            </a:r>
            <a:endParaRPr lang="en-US" sz="1000">
              <a:solidFill>
                <a:schemeClr val="bg1"/>
              </a:solidFill>
              <a:ea typeface="Calibri" panose="020F0502020204030204"/>
              <a:cs typeface="Calibri" panose="020F0502020204030204"/>
            </a:endParaRPr>
          </a:p>
          <a:p>
            <a:pPr lvl="1">
              <a:buFont typeface="Courier New"/>
              <a:buChar char="o"/>
            </a:pPr>
            <a:r>
              <a:rPr lang="en-US" sz="1000" b="1">
                <a:solidFill>
                  <a:schemeClr val="bg1"/>
                </a:solidFill>
                <a:ea typeface="+mn-lt"/>
                <a:cs typeface="+mn-lt"/>
              </a:rPr>
              <a:t>LSTM</a:t>
            </a:r>
            <a:r>
              <a:rPr lang="en-US" sz="1000">
                <a:solidFill>
                  <a:schemeClr val="bg1"/>
                </a:solidFill>
                <a:ea typeface="+mn-lt"/>
                <a:cs typeface="+mn-lt"/>
              </a:rPr>
              <a:t> models temporal drift (timestamp manipulation, slow anomalies)</a:t>
            </a:r>
            <a:endParaRPr lang="en-US" sz="1000">
              <a:solidFill>
                <a:schemeClr val="bg1"/>
              </a:solidFill>
              <a:ea typeface="Calibri" panose="020F0502020204030204"/>
              <a:cs typeface="Calibri" panose="020F0502020204030204"/>
            </a:endParaRPr>
          </a:p>
          <a:p>
            <a:pPr lvl="1">
              <a:buFont typeface="Courier New"/>
              <a:buChar char="o"/>
            </a:pPr>
            <a:r>
              <a:rPr lang="en-US" sz="1000">
                <a:solidFill>
                  <a:schemeClr val="bg1"/>
                </a:solidFill>
                <a:ea typeface="+mn-lt"/>
                <a:cs typeface="+mn-lt"/>
              </a:rPr>
              <a:t>Lower parameter count → faster inference on Pico‑scale hardware</a:t>
            </a:r>
            <a:endParaRPr lang="en-US" sz="1000">
              <a:solidFill>
                <a:schemeClr val="bg1"/>
              </a:solidFill>
              <a:ea typeface="Calibri" panose="020F0502020204030204"/>
              <a:cs typeface="Calibri" panose="020F0502020204030204"/>
            </a:endParaRPr>
          </a:p>
          <a:p>
            <a:pPr>
              <a:buFont typeface="Arial"/>
              <a:buChar char="•"/>
            </a:pPr>
            <a:r>
              <a:rPr lang="en-US" sz="1000">
                <a:solidFill>
                  <a:schemeClr val="bg1"/>
                </a:solidFill>
                <a:ea typeface="+mn-lt"/>
                <a:cs typeface="+mn-lt"/>
              </a:rPr>
              <a:t>Complements partner’s BiLSTM used for HTTP → hybrid IPS architecture</a:t>
            </a:r>
            <a:endParaRPr lang="en-US" sz="1000">
              <a:solidFill>
                <a:schemeClr val="bg1"/>
              </a:solidFill>
              <a:ea typeface="Calibri"/>
              <a:cs typeface="Calibri"/>
            </a:endParaRPr>
          </a:p>
          <a:p>
            <a:pPr marL="285750" indent="-285750" algn="l">
              <a:buFont typeface="Arial"/>
              <a:buChar char="•"/>
            </a:pPr>
            <a:endParaRPr lang="en-US" sz="1200">
              <a:solidFill>
                <a:schemeClr val="bg1"/>
              </a:solidFill>
              <a:ea typeface="Calibri"/>
              <a:cs typeface="Calibri"/>
            </a:endParaRPr>
          </a:p>
        </p:txBody>
      </p:sp>
      <p:sp>
        <p:nvSpPr>
          <p:cNvPr id="7" name="TextBox 6">
            <a:extLst>
              <a:ext uri="{FF2B5EF4-FFF2-40B4-BE49-F238E27FC236}">
                <a16:creationId xmlns:a16="http://schemas.microsoft.com/office/drawing/2014/main" id="{1B045205-C018-C6B2-FE3B-7B28BB1F8A9C}"/>
              </a:ext>
            </a:extLst>
          </p:cNvPr>
          <p:cNvSpPr txBox="1"/>
          <p:nvPr/>
        </p:nvSpPr>
        <p:spPr>
          <a:xfrm>
            <a:off x="4690937" y="1378332"/>
            <a:ext cx="3322970"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1000">
                <a:solidFill>
                  <a:schemeClr val="bg1"/>
                </a:solidFill>
                <a:ea typeface="+mn-lt"/>
                <a:cs typeface="+mn-lt"/>
              </a:rPr>
              <a:t>Input features:</a:t>
            </a:r>
          </a:p>
          <a:p>
            <a:pPr marL="742950" lvl="1" indent="-285750">
              <a:buFont typeface="Courier New"/>
              <a:buChar char="o"/>
            </a:pPr>
            <a:r>
              <a:rPr lang="en-US" sz="1000">
                <a:solidFill>
                  <a:schemeClr val="bg1"/>
                </a:solidFill>
                <a:ea typeface="+mn-lt"/>
                <a:cs typeface="+mn-lt"/>
              </a:rPr>
              <a:t>Inter‑packet delay (IPD)</a:t>
            </a:r>
          </a:p>
          <a:p>
            <a:pPr marL="742950" lvl="1" indent="-285750">
              <a:buFont typeface="Courier New"/>
              <a:buChar char="o"/>
            </a:pPr>
            <a:r>
              <a:rPr lang="en-US" sz="1000" err="1">
                <a:solidFill>
                  <a:schemeClr val="bg1"/>
                </a:solidFill>
                <a:ea typeface="+mn-lt"/>
                <a:cs typeface="+mn-lt"/>
              </a:rPr>
              <a:t>delta_t</a:t>
            </a:r>
            <a:r>
              <a:rPr lang="en-US" sz="1000">
                <a:solidFill>
                  <a:schemeClr val="bg1"/>
                </a:solidFill>
                <a:ea typeface="+mn-lt"/>
                <a:cs typeface="+mn-lt"/>
              </a:rPr>
              <a:t> (timestamp vs arrival)</a:t>
            </a:r>
            <a:endParaRPr lang="en-US" sz="1000">
              <a:solidFill>
                <a:schemeClr val="bg1"/>
              </a:solidFill>
              <a:ea typeface="Calibri" panose="020F0502020204030204"/>
              <a:cs typeface="Calibri" panose="020F0502020204030204"/>
            </a:endParaRPr>
          </a:p>
          <a:p>
            <a:pPr marL="742950" lvl="1" indent="-285750">
              <a:buFont typeface="Courier New"/>
              <a:buChar char="o"/>
            </a:pPr>
            <a:r>
              <a:rPr lang="en-US" sz="1000">
                <a:solidFill>
                  <a:schemeClr val="bg1"/>
                </a:solidFill>
                <a:ea typeface="+mn-lt"/>
                <a:cs typeface="+mn-lt"/>
              </a:rPr>
              <a:t>RSSI &amp; SNR</a:t>
            </a:r>
            <a:endParaRPr lang="en-US" sz="1000">
              <a:solidFill>
                <a:schemeClr val="bg1"/>
              </a:solidFill>
              <a:ea typeface="Calibri" panose="020F0502020204030204"/>
              <a:cs typeface="Calibri" panose="020F0502020204030204"/>
            </a:endParaRPr>
          </a:p>
          <a:p>
            <a:pPr marL="285750" indent="-285750">
              <a:buFont typeface="Arial"/>
              <a:buChar char="•"/>
            </a:pPr>
            <a:r>
              <a:rPr lang="en-US" sz="1000">
                <a:solidFill>
                  <a:schemeClr val="bg1"/>
                </a:solidFill>
                <a:ea typeface="+mn-lt"/>
                <a:cs typeface="+mn-lt"/>
              </a:rPr>
              <a:t>Conv1D (kernel size 3):</a:t>
            </a:r>
            <a:endParaRPr lang="en-US" sz="1000">
              <a:solidFill>
                <a:schemeClr val="bg1"/>
              </a:solidFill>
              <a:ea typeface="Calibri"/>
              <a:cs typeface="Calibri"/>
            </a:endParaRPr>
          </a:p>
          <a:p>
            <a:pPr marL="742950" lvl="1" indent="-285750">
              <a:buFont typeface="Courier New"/>
              <a:buChar char="o"/>
            </a:pPr>
            <a:r>
              <a:rPr lang="en-US" sz="1000">
                <a:solidFill>
                  <a:schemeClr val="bg1"/>
                </a:solidFill>
                <a:ea typeface="+mn-lt"/>
                <a:cs typeface="+mn-lt"/>
              </a:rPr>
              <a:t>Detects 3–5‑packet bursts</a:t>
            </a:r>
            <a:endParaRPr lang="en-US" sz="1000">
              <a:solidFill>
                <a:schemeClr val="bg1"/>
              </a:solidFill>
              <a:ea typeface="Calibri" panose="020F0502020204030204"/>
              <a:cs typeface="Calibri" panose="020F0502020204030204"/>
            </a:endParaRPr>
          </a:p>
          <a:p>
            <a:pPr marL="285750" indent="-285750">
              <a:buFont typeface="Arial"/>
              <a:buChar char="•"/>
            </a:pPr>
            <a:r>
              <a:rPr lang="en-US" sz="1000">
                <a:solidFill>
                  <a:schemeClr val="bg1"/>
                </a:solidFill>
                <a:ea typeface="+mn-lt"/>
                <a:cs typeface="+mn-lt"/>
              </a:rPr>
              <a:t>LSTM:</a:t>
            </a:r>
          </a:p>
          <a:p>
            <a:pPr marL="742950" lvl="1" indent="-285750">
              <a:buFont typeface="Courier New"/>
              <a:buChar char="o"/>
            </a:pPr>
            <a:r>
              <a:rPr lang="en-US" sz="1000">
                <a:solidFill>
                  <a:schemeClr val="bg1"/>
                </a:solidFill>
                <a:ea typeface="+mn-lt"/>
                <a:cs typeface="+mn-lt"/>
              </a:rPr>
              <a:t>Tracks evolving timing drift</a:t>
            </a:r>
            <a:endParaRPr lang="en-US" sz="1000">
              <a:solidFill>
                <a:schemeClr val="bg1"/>
              </a:solidFill>
              <a:ea typeface="Calibri" panose="020F0502020204030204"/>
              <a:cs typeface="Calibri" panose="020F0502020204030204"/>
            </a:endParaRPr>
          </a:p>
          <a:p>
            <a:pPr marL="285750" indent="-285750">
              <a:buFont typeface="Arial"/>
              <a:buChar char="•"/>
            </a:pPr>
            <a:r>
              <a:rPr lang="en-US" sz="1000">
                <a:solidFill>
                  <a:schemeClr val="bg1"/>
                </a:solidFill>
                <a:ea typeface="+mn-lt"/>
                <a:cs typeface="+mn-lt"/>
              </a:rPr>
              <a:t>Output:</a:t>
            </a:r>
          </a:p>
          <a:p>
            <a:pPr marL="742950" lvl="1" indent="-285750">
              <a:buFont typeface="Courier New"/>
              <a:buChar char="o"/>
            </a:pPr>
            <a:r>
              <a:rPr lang="en-US" sz="1000">
                <a:solidFill>
                  <a:schemeClr val="bg1"/>
                </a:solidFill>
                <a:ea typeface="+mn-lt"/>
                <a:cs typeface="+mn-lt"/>
              </a:rPr>
              <a:t>Binary classification: </a:t>
            </a:r>
            <a:r>
              <a:rPr lang="en-US" sz="1000" b="1">
                <a:solidFill>
                  <a:schemeClr val="bg1"/>
                </a:solidFill>
                <a:ea typeface="+mn-lt"/>
                <a:cs typeface="+mn-lt"/>
              </a:rPr>
              <a:t>normal vs malicious</a:t>
            </a:r>
          </a:p>
          <a:p>
            <a:endParaRPr lang="en-US" sz="1000">
              <a:solidFill>
                <a:schemeClr val="bg1"/>
              </a:solidFill>
              <a:ea typeface="Calibri"/>
              <a:cs typeface="Calibri"/>
            </a:endParaRPr>
          </a:p>
          <a:p>
            <a:endParaRPr lang="en-US" sz="1000">
              <a:solidFill>
                <a:schemeClr val="bg1"/>
              </a:solidFill>
              <a:ea typeface="Calibri"/>
              <a:cs typeface="Calibri"/>
            </a:endParaRPr>
          </a:p>
        </p:txBody>
      </p:sp>
      <p:sp>
        <p:nvSpPr>
          <p:cNvPr id="8" name="TextBox 7">
            <a:extLst>
              <a:ext uri="{FF2B5EF4-FFF2-40B4-BE49-F238E27FC236}">
                <a16:creationId xmlns:a16="http://schemas.microsoft.com/office/drawing/2014/main" id="{078E27F8-0BEC-8D6F-A70D-752C65E5A7AD}"/>
              </a:ext>
            </a:extLst>
          </p:cNvPr>
          <p:cNvSpPr txBox="1"/>
          <p:nvPr/>
        </p:nvSpPr>
        <p:spPr>
          <a:xfrm>
            <a:off x="411244" y="3352732"/>
            <a:ext cx="572837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solidFill>
                  <a:schemeClr val="bg1"/>
                </a:solidFill>
                <a:ea typeface="+mn-lt"/>
                <a:cs typeface="+mn-lt"/>
              </a:rPr>
              <a:t>LoRa Node → Receiver Pico → IoT Pipeline → IPS → Normal/Malicious Classification</a:t>
            </a:r>
            <a:endParaRPr lang="en-US" sz="1200" b="1">
              <a:solidFill>
                <a:schemeClr val="bg1"/>
              </a:solidFill>
              <a:ea typeface="Calibri"/>
              <a:cs typeface="Calibri"/>
            </a:endParaRPr>
          </a:p>
        </p:txBody>
      </p:sp>
      <p:sp>
        <p:nvSpPr>
          <p:cNvPr id="10" name="Text 3">
            <a:extLst>
              <a:ext uri="{FF2B5EF4-FFF2-40B4-BE49-F238E27FC236}">
                <a16:creationId xmlns:a16="http://schemas.microsoft.com/office/drawing/2014/main" id="{3D64054E-3506-8542-1B89-712C8DB388EB}"/>
              </a:ext>
            </a:extLst>
          </p:cNvPr>
          <p:cNvSpPr/>
          <p:nvPr/>
        </p:nvSpPr>
        <p:spPr>
          <a:xfrm>
            <a:off x="599149" y="2962547"/>
            <a:ext cx="4114800" cy="365760"/>
          </a:xfrm>
          <a:prstGeom prst="rect">
            <a:avLst/>
          </a:prstGeom>
          <a:noFill/>
          <a:ln/>
        </p:spPr>
        <p:txBody>
          <a:bodyPr wrap="square" lIns="91440" tIns="45720" rIns="91440" bIns="45720" rtlCol="0" anchor="ctr"/>
          <a:lstStyle/>
          <a:p>
            <a:r>
              <a:rPr lang="en-US" sz="2000" b="1">
                <a:solidFill>
                  <a:srgbClr val="00B4D8"/>
                </a:solidFill>
                <a:ea typeface="Calibri"/>
                <a:cs typeface="Calibri"/>
              </a:rPr>
              <a:t>Packet flow for our project</a:t>
            </a:r>
          </a:p>
        </p:txBody>
      </p:sp>
      <p:sp>
        <p:nvSpPr>
          <p:cNvPr id="11" name="TextBox 10">
            <a:extLst>
              <a:ext uri="{FF2B5EF4-FFF2-40B4-BE49-F238E27FC236}">
                <a16:creationId xmlns:a16="http://schemas.microsoft.com/office/drawing/2014/main" id="{97742043-3624-B347-0B75-E3D768C4F088}"/>
              </a:ext>
            </a:extLst>
          </p:cNvPr>
          <p:cNvSpPr txBox="1"/>
          <p:nvPr/>
        </p:nvSpPr>
        <p:spPr>
          <a:xfrm>
            <a:off x="583138" y="3631822"/>
            <a:ext cx="4132486"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1200">
                <a:solidFill>
                  <a:schemeClr val="bg1"/>
                </a:solidFill>
                <a:ea typeface="+mn-lt"/>
                <a:cs typeface="+mn-lt"/>
              </a:rPr>
              <a:t>Sender Pico transmits sensor packets or attack simulations</a:t>
            </a:r>
            <a:endParaRPr lang="en-US"/>
          </a:p>
          <a:p>
            <a:pPr marL="285750" indent="-285750">
              <a:buFont typeface="Arial"/>
              <a:buChar char="•"/>
            </a:pPr>
            <a:r>
              <a:rPr lang="en-US" sz="1200">
                <a:solidFill>
                  <a:schemeClr val="bg1"/>
                </a:solidFill>
                <a:ea typeface="+mn-lt"/>
                <a:cs typeface="+mn-lt"/>
              </a:rPr>
              <a:t>Receiver Pico forwards packets to IoT backend</a:t>
            </a:r>
            <a:endParaRPr lang="en-US"/>
          </a:p>
          <a:p>
            <a:pPr marL="285750" indent="-285750">
              <a:buFont typeface="Arial"/>
              <a:buChar char="•"/>
            </a:pPr>
            <a:r>
              <a:rPr lang="en-US" sz="1200">
                <a:solidFill>
                  <a:schemeClr val="bg1"/>
                </a:solidFill>
                <a:ea typeface="+mn-lt"/>
                <a:cs typeface="+mn-lt"/>
              </a:rPr>
              <a:t>IPS extracts timing + signal features</a:t>
            </a:r>
            <a:endParaRPr lang="en-US">
              <a:solidFill>
                <a:schemeClr val="bg1"/>
              </a:solidFill>
              <a:ea typeface="+mn-lt"/>
              <a:cs typeface="+mn-lt"/>
            </a:endParaRPr>
          </a:p>
          <a:p>
            <a:pPr marL="285750" indent="-285750">
              <a:buFont typeface="Arial"/>
              <a:buChar char="•"/>
            </a:pPr>
            <a:r>
              <a:rPr lang="en-US" sz="1200">
                <a:solidFill>
                  <a:schemeClr val="bg1"/>
                </a:solidFill>
                <a:ea typeface="+mn-lt"/>
                <a:cs typeface="+mn-lt"/>
              </a:rPr>
              <a:t>CNN</a:t>
            </a:r>
            <a:r>
              <a:rPr lang="en-US" sz="1200">
                <a:solidFill>
                  <a:schemeClr val="bg1"/>
                </a:solidFill>
                <a:ea typeface="Calibri"/>
                <a:cs typeface="Calibri"/>
              </a:rPr>
              <a:t>‑LSTM classifies traffic</a:t>
            </a:r>
            <a:endParaRPr lang="en-US">
              <a:solidFill>
                <a:schemeClr val="bg1"/>
              </a:solidFill>
              <a:ea typeface="Calibri" panose="020F0502020204030204"/>
              <a:cs typeface="Calibri" panose="020F0502020204030204"/>
            </a:endParaRPr>
          </a:p>
        </p:txBody>
      </p:sp>
      <p:sp>
        <p:nvSpPr>
          <p:cNvPr id="13" name="TextBox 12">
            <a:extLst>
              <a:ext uri="{FF2B5EF4-FFF2-40B4-BE49-F238E27FC236}">
                <a16:creationId xmlns:a16="http://schemas.microsoft.com/office/drawing/2014/main" id="{1929B461-1C35-FF9A-AD65-27EDDC772D44}"/>
              </a:ext>
            </a:extLst>
          </p:cNvPr>
          <p:cNvSpPr txBox="1"/>
          <p:nvPr/>
        </p:nvSpPr>
        <p:spPr>
          <a:xfrm>
            <a:off x="4576819" y="3631822"/>
            <a:ext cx="1939094"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1450" indent="-171450">
              <a:buFont typeface="Arial"/>
              <a:buChar char="•"/>
            </a:pPr>
            <a:r>
              <a:rPr lang="en-US" sz="1200">
                <a:solidFill>
                  <a:schemeClr val="bg1"/>
                </a:solidFill>
                <a:ea typeface="+mn-lt"/>
                <a:cs typeface="+mn-lt"/>
              </a:rPr>
              <a:t>Output used for:</a:t>
            </a:r>
            <a:endParaRPr lang="en-US">
              <a:solidFill>
                <a:schemeClr val="bg1"/>
              </a:solidFill>
              <a:ea typeface="Calibri" panose="020F0502020204030204"/>
              <a:cs typeface="Calibri" panose="020F0502020204030204"/>
            </a:endParaRPr>
          </a:p>
          <a:p>
            <a:pPr lvl="1">
              <a:buFont typeface="Arial"/>
              <a:buChar char="•"/>
            </a:pPr>
            <a:r>
              <a:rPr lang="en-US" sz="1200">
                <a:solidFill>
                  <a:schemeClr val="bg1"/>
                </a:solidFill>
                <a:ea typeface="+mn-lt"/>
                <a:cs typeface="+mn-lt"/>
              </a:rPr>
              <a:t>Logging</a:t>
            </a:r>
            <a:endParaRPr lang="en-US"/>
          </a:p>
          <a:p>
            <a:pPr lvl="1">
              <a:buFont typeface="Arial"/>
              <a:buChar char="•"/>
            </a:pPr>
            <a:r>
              <a:rPr lang="en-US" sz="1200">
                <a:solidFill>
                  <a:schemeClr val="bg1"/>
                </a:solidFill>
                <a:ea typeface="+mn-lt"/>
                <a:cs typeface="+mn-lt"/>
              </a:rPr>
              <a:t>Alerting</a:t>
            </a:r>
            <a:endParaRPr lang="en-US"/>
          </a:p>
          <a:p>
            <a:pPr lvl="1">
              <a:buFont typeface="Arial"/>
              <a:buChar char="•"/>
            </a:pPr>
            <a:r>
              <a:rPr lang="en-US" sz="1200">
                <a:solidFill>
                  <a:schemeClr val="bg1"/>
                </a:solidFill>
                <a:ea typeface="+mn-lt"/>
                <a:cs typeface="+mn-lt"/>
              </a:rPr>
              <a:t>Model retraining</a:t>
            </a:r>
            <a:endParaRPr lang="en-US"/>
          </a:p>
          <a:p>
            <a:pPr lvl="1">
              <a:buFont typeface="Arial"/>
              <a:buChar char="•"/>
            </a:pPr>
            <a:r>
              <a:rPr lang="en-US" sz="1200">
                <a:solidFill>
                  <a:schemeClr val="bg1"/>
                </a:solidFill>
                <a:ea typeface="+mn-lt"/>
                <a:cs typeface="+mn-lt"/>
              </a:rPr>
              <a:t>System hardening</a:t>
            </a:r>
            <a:endParaRPr lang="en-US"/>
          </a:p>
          <a:p>
            <a:endParaRPr lang="en-US" sz="1200">
              <a:solidFill>
                <a:schemeClr val="bg1"/>
              </a:solidFill>
              <a:ea typeface="Calibri"/>
              <a:cs typeface="Calibri"/>
            </a:endParaRPr>
          </a:p>
        </p:txBody>
      </p:sp>
    </p:spTree>
    <p:extLst>
      <p:ext uri="{BB962C8B-B14F-4D97-AF65-F5344CB8AC3E}">
        <p14:creationId xmlns:p14="http://schemas.microsoft.com/office/powerpoint/2010/main" val="36695671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D1B2A"/>
          </a:solidFill>
          <a:ln w="12700">
            <a:solidFill>
              <a:srgbClr val="0D1B2A"/>
            </a:solidFill>
            <a:prstDash val="solid"/>
          </a:ln>
        </p:spPr>
        <p:txBody>
          <a:bodyPr/>
          <a:lstStyle/>
          <a:p>
            <a:endParaRPr lang="en-US"/>
          </a:p>
        </p:txBody>
      </p:sp>
      <p:sp>
        <p:nvSpPr>
          <p:cNvPr id="3" name="Text 1"/>
          <p:cNvSpPr/>
          <p:nvPr/>
        </p:nvSpPr>
        <p:spPr>
          <a:xfrm>
            <a:off x="365760" y="0"/>
            <a:ext cx="7772400" cy="868680"/>
          </a:xfrm>
          <a:prstGeom prst="rect">
            <a:avLst/>
          </a:prstGeom>
          <a:noFill/>
          <a:ln/>
        </p:spPr>
        <p:txBody>
          <a:bodyPr wrap="square" rtlCol="0" anchor="ctr"/>
          <a:lstStyle/>
          <a:p>
            <a:pPr marL="0" indent="0" algn="l">
              <a:buNone/>
            </a:pPr>
            <a:r>
              <a:rPr lang="en-US" sz="2600" b="1">
                <a:solidFill>
                  <a:srgbClr val="FFFFFF"/>
                </a:solidFill>
                <a:latin typeface="Calibri" pitchFamily="34" charset="0"/>
                <a:ea typeface="Calibri" pitchFamily="34" charset="-122"/>
                <a:cs typeface="Calibri" pitchFamily="34" charset="-120"/>
              </a:rPr>
              <a:t>LoRa CNN-LSTM Results</a:t>
            </a:r>
            <a:endParaRPr lang="en-US" sz="2600"/>
          </a:p>
        </p:txBody>
      </p:sp>
      <p:sp>
        <p:nvSpPr>
          <p:cNvPr id="4" name="Text 2"/>
          <p:cNvSpPr/>
          <p:nvPr/>
        </p:nvSpPr>
        <p:spPr>
          <a:xfrm>
            <a:off x="8046720" y="0"/>
            <a:ext cx="822960" cy="868680"/>
          </a:xfrm>
          <a:prstGeom prst="rect">
            <a:avLst/>
          </a:prstGeom>
          <a:noFill/>
          <a:ln/>
        </p:spPr>
        <p:txBody>
          <a:bodyPr wrap="square" lIns="91440" tIns="45720" rIns="91440" bIns="45720" rtlCol="0" anchor="ctr"/>
          <a:lstStyle/>
          <a:p>
            <a:pPr marL="0" indent="0" algn="r">
              <a:buNone/>
            </a:pPr>
            <a:r>
              <a:rPr lang="en-US" sz="3200" b="1">
                <a:solidFill>
                  <a:srgbClr val="00B4D8"/>
                </a:solidFill>
                <a:ea typeface="Calibri"/>
                <a:cs typeface="Calibri"/>
              </a:rPr>
              <a:t>12</a:t>
            </a:r>
          </a:p>
        </p:txBody>
      </p:sp>
      <p:sp>
        <p:nvSpPr>
          <p:cNvPr id="5" name="Text 3"/>
          <p:cNvSpPr/>
          <p:nvPr/>
        </p:nvSpPr>
        <p:spPr>
          <a:xfrm>
            <a:off x="274320" y="960120"/>
            <a:ext cx="4114800" cy="320040"/>
          </a:xfrm>
          <a:prstGeom prst="rect">
            <a:avLst/>
          </a:prstGeom>
          <a:noFill/>
          <a:ln/>
        </p:spPr>
        <p:txBody>
          <a:bodyPr wrap="square" rtlCol="0" anchor="ctr"/>
          <a:lstStyle/>
          <a:p>
            <a:pPr marL="0" indent="0">
              <a:buNone/>
            </a:pPr>
            <a:r>
              <a:rPr lang="en-US" sz="1200" b="1">
                <a:solidFill>
                  <a:srgbClr val="0D1B2A"/>
                </a:solidFill>
                <a:latin typeface="Calibri" pitchFamily="34" charset="0"/>
                <a:ea typeface="Calibri" pitchFamily="34" charset="-122"/>
                <a:cs typeface="Calibri" pitchFamily="34" charset="-120"/>
              </a:rPr>
              <a:t>Confusion Matrix (threshold = 0.35)</a:t>
            </a:r>
            <a:endParaRPr lang="en-US" sz="1200"/>
          </a:p>
        </p:txBody>
      </p:sp>
      <p:sp>
        <p:nvSpPr>
          <p:cNvPr id="6" name="Text 4"/>
          <p:cNvSpPr/>
          <p:nvPr/>
        </p:nvSpPr>
        <p:spPr>
          <a:xfrm rot="21232046">
            <a:off x="274320" y="2011680"/>
            <a:ext cx="365760" cy="1645920"/>
          </a:xfrm>
          <a:prstGeom prst="rect">
            <a:avLst/>
          </a:prstGeom>
          <a:noFill/>
          <a:ln/>
        </p:spPr>
        <p:txBody>
          <a:bodyPr wrap="square" rtlCol="0" anchor="ctr"/>
          <a:lstStyle/>
          <a:p>
            <a:pPr marL="0" indent="0" algn="ctr">
              <a:buNone/>
            </a:pPr>
            <a:endParaRPr lang="en-US" sz="900">
              <a:solidFill>
                <a:srgbClr val="64748B"/>
              </a:solidFill>
              <a:latin typeface="Calibri" pitchFamily="34" charset="0"/>
              <a:cs typeface="Calibri" pitchFamily="34" charset="-120"/>
            </a:endParaRPr>
          </a:p>
        </p:txBody>
      </p:sp>
      <p:sp>
        <p:nvSpPr>
          <p:cNvPr id="7" name="Text 5"/>
          <p:cNvSpPr/>
          <p:nvPr/>
        </p:nvSpPr>
        <p:spPr>
          <a:xfrm>
            <a:off x="869674" y="3422043"/>
            <a:ext cx="3200400" cy="274320"/>
          </a:xfrm>
          <a:prstGeom prst="rect">
            <a:avLst/>
          </a:prstGeom>
          <a:noFill/>
          <a:ln/>
        </p:spPr>
        <p:txBody>
          <a:bodyPr wrap="square" rtlCol="0" anchor="ctr"/>
          <a:lstStyle/>
          <a:p>
            <a:pPr marL="0" indent="0" algn="ctr">
              <a:buNone/>
            </a:pPr>
            <a:r>
              <a:rPr lang="en-US" sz="900">
                <a:solidFill>
                  <a:srgbClr val="64748B"/>
                </a:solidFill>
                <a:latin typeface="Calibri" pitchFamily="34" charset="0"/>
                <a:ea typeface="Calibri" pitchFamily="34" charset="-122"/>
                <a:cs typeface="Calibri" pitchFamily="34" charset="-120"/>
              </a:rPr>
              <a:t>Predicted</a:t>
            </a:r>
            <a:endParaRPr lang="en-US" sz="900"/>
          </a:p>
        </p:txBody>
      </p:sp>
      <p:sp>
        <p:nvSpPr>
          <p:cNvPr id="8" name="Text 6"/>
          <p:cNvSpPr/>
          <p:nvPr/>
        </p:nvSpPr>
        <p:spPr>
          <a:xfrm>
            <a:off x="1005840" y="1298448"/>
            <a:ext cx="1417320" cy="256032"/>
          </a:xfrm>
          <a:prstGeom prst="rect">
            <a:avLst/>
          </a:prstGeom>
          <a:noFill/>
          <a:ln/>
        </p:spPr>
        <p:txBody>
          <a:bodyPr wrap="square" rtlCol="0" anchor="ctr"/>
          <a:lstStyle/>
          <a:p>
            <a:pPr marL="0" indent="0" algn="ctr">
              <a:buNone/>
            </a:pPr>
            <a:r>
              <a:rPr lang="en-US" sz="900">
                <a:solidFill>
                  <a:srgbClr val="64748B"/>
                </a:solidFill>
                <a:latin typeface="Calibri" pitchFamily="34" charset="0"/>
                <a:ea typeface="Calibri" pitchFamily="34" charset="-122"/>
                <a:cs typeface="Calibri" pitchFamily="34" charset="-120"/>
              </a:rPr>
              <a:t>Normal</a:t>
            </a:r>
            <a:endParaRPr lang="en-US" sz="900"/>
          </a:p>
        </p:txBody>
      </p:sp>
      <p:sp>
        <p:nvSpPr>
          <p:cNvPr id="9" name="Text 7"/>
          <p:cNvSpPr/>
          <p:nvPr/>
        </p:nvSpPr>
        <p:spPr>
          <a:xfrm>
            <a:off x="2468880" y="1298448"/>
            <a:ext cx="1737360" cy="256032"/>
          </a:xfrm>
          <a:prstGeom prst="rect">
            <a:avLst/>
          </a:prstGeom>
          <a:noFill/>
          <a:ln/>
        </p:spPr>
        <p:txBody>
          <a:bodyPr wrap="square" rtlCol="0" anchor="ctr"/>
          <a:lstStyle/>
          <a:p>
            <a:pPr marL="0" indent="0" algn="ctr">
              <a:buNone/>
            </a:pPr>
            <a:r>
              <a:rPr lang="en-US" sz="900">
                <a:solidFill>
                  <a:srgbClr val="64748B"/>
                </a:solidFill>
                <a:latin typeface="Calibri" pitchFamily="34" charset="0"/>
                <a:ea typeface="Calibri" pitchFamily="34" charset="-122"/>
                <a:cs typeface="Calibri" pitchFamily="34" charset="-120"/>
              </a:rPr>
              <a:t>Attack</a:t>
            </a:r>
            <a:endParaRPr lang="en-US" sz="900"/>
          </a:p>
        </p:txBody>
      </p:sp>
      <p:sp>
        <p:nvSpPr>
          <p:cNvPr id="10" name="Text 8"/>
          <p:cNvSpPr/>
          <p:nvPr/>
        </p:nvSpPr>
        <p:spPr>
          <a:xfrm>
            <a:off x="365760" y="1572768"/>
            <a:ext cx="621792" cy="914400"/>
          </a:xfrm>
          <a:prstGeom prst="rect">
            <a:avLst/>
          </a:prstGeom>
          <a:noFill/>
          <a:ln/>
        </p:spPr>
        <p:txBody>
          <a:bodyPr wrap="square" rtlCol="0" anchor="ctr"/>
          <a:lstStyle/>
          <a:p>
            <a:pPr marL="0" indent="0" algn="ctr">
              <a:buNone/>
            </a:pPr>
            <a:r>
              <a:rPr lang="en-US" sz="900">
                <a:solidFill>
                  <a:srgbClr val="64748B"/>
                </a:solidFill>
                <a:latin typeface="Calibri" pitchFamily="34" charset="0"/>
                <a:ea typeface="Calibri" pitchFamily="34" charset="-122"/>
                <a:cs typeface="Calibri" pitchFamily="34" charset="-120"/>
              </a:rPr>
              <a:t>Normal</a:t>
            </a:r>
            <a:endParaRPr lang="en-US" sz="900"/>
          </a:p>
        </p:txBody>
      </p:sp>
      <p:sp>
        <p:nvSpPr>
          <p:cNvPr id="11" name="Text 9"/>
          <p:cNvSpPr/>
          <p:nvPr/>
        </p:nvSpPr>
        <p:spPr>
          <a:xfrm>
            <a:off x="365760" y="2514600"/>
            <a:ext cx="621792" cy="914400"/>
          </a:xfrm>
          <a:prstGeom prst="rect">
            <a:avLst/>
          </a:prstGeom>
          <a:noFill/>
          <a:ln/>
        </p:spPr>
        <p:txBody>
          <a:bodyPr wrap="square" rtlCol="0" anchor="ctr"/>
          <a:lstStyle/>
          <a:p>
            <a:pPr marL="0" indent="0" algn="ctr">
              <a:buNone/>
            </a:pPr>
            <a:r>
              <a:rPr lang="en-US" sz="900">
                <a:solidFill>
                  <a:srgbClr val="64748B"/>
                </a:solidFill>
                <a:latin typeface="Calibri" pitchFamily="34" charset="0"/>
                <a:ea typeface="Calibri" pitchFamily="34" charset="-122"/>
                <a:cs typeface="Calibri" pitchFamily="34" charset="-120"/>
              </a:rPr>
              <a:t>Actual</a:t>
            </a:r>
          </a:p>
          <a:p>
            <a:pPr marL="0" indent="0" algn="ctr">
              <a:buNone/>
            </a:pPr>
            <a:r>
              <a:rPr lang="en-US" sz="900">
                <a:solidFill>
                  <a:srgbClr val="64748B"/>
                </a:solidFill>
                <a:latin typeface="Calibri" pitchFamily="34" charset="0"/>
                <a:ea typeface="Calibri" pitchFamily="34" charset="-122"/>
                <a:cs typeface="Calibri" pitchFamily="34" charset="-120"/>
              </a:rPr>
              <a:t>Attack</a:t>
            </a:r>
            <a:endParaRPr lang="en-US" sz="900"/>
          </a:p>
        </p:txBody>
      </p:sp>
      <p:sp>
        <p:nvSpPr>
          <p:cNvPr id="12" name="Shape 10"/>
          <p:cNvSpPr/>
          <p:nvPr/>
        </p:nvSpPr>
        <p:spPr>
          <a:xfrm>
            <a:off x="1005840" y="1572768"/>
            <a:ext cx="1417320" cy="914400"/>
          </a:xfrm>
          <a:prstGeom prst="rect">
            <a:avLst/>
          </a:prstGeom>
          <a:solidFill>
            <a:srgbClr val="C8B800"/>
          </a:solidFill>
          <a:ln w="12700">
            <a:solidFill>
              <a:srgbClr val="C8B800"/>
            </a:solidFill>
            <a:prstDash val="solid"/>
          </a:ln>
        </p:spPr>
        <p:txBody>
          <a:bodyPr/>
          <a:lstStyle/>
          <a:p>
            <a:endParaRPr lang="en-US"/>
          </a:p>
        </p:txBody>
      </p:sp>
      <p:sp>
        <p:nvSpPr>
          <p:cNvPr id="13" name="Text 11"/>
          <p:cNvSpPr/>
          <p:nvPr/>
        </p:nvSpPr>
        <p:spPr>
          <a:xfrm>
            <a:off x="1005840" y="1572768"/>
            <a:ext cx="1417320" cy="548640"/>
          </a:xfrm>
          <a:prstGeom prst="rect">
            <a:avLst/>
          </a:prstGeom>
          <a:noFill/>
          <a:ln/>
        </p:spPr>
        <p:txBody>
          <a:bodyPr wrap="square" rtlCol="0" anchor="ctr"/>
          <a:lstStyle/>
          <a:p>
            <a:pPr marL="0" indent="0" algn="ctr">
              <a:buNone/>
            </a:pPr>
            <a:r>
              <a:rPr lang="en-US" sz="1600" b="1">
                <a:solidFill>
                  <a:srgbClr val="FFFFFF"/>
                </a:solidFill>
                <a:latin typeface="Calibri" pitchFamily="34" charset="0"/>
                <a:ea typeface="Calibri" pitchFamily="34" charset="-122"/>
                <a:cs typeface="Calibri" pitchFamily="34" charset="-120"/>
              </a:rPr>
              <a:t>4,223</a:t>
            </a:r>
            <a:endParaRPr lang="en-US" sz="1600"/>
          </a:p>
        </p:txBody>
      </p:sp>
      <p:sp>
        <p:nvSpPr>
          <p:cNvPr id="14" name="Text 12"/>
          <p:cNvSpPr/>
          <p:nvPr/>
        </p:nvSpPr>
        <p:spPr>
          <a:xfrm>
            <a:off x="1005840" y="2121408"/>
            <a:ext cx="1417320" cy="365760"/>
          </a:xfrm>
          <a:prstGeom prst="rect">
            <a:avLst/>
          </a:prstGeom>
          <a:noFill/>
          <a:ln/>
        </p:spPr>
        <p:txBody>
          <a:bodyPr wrap="square" rtlCol="0" anchor="ctr"/>
          <a:lstStyle/>
          <a:p>
            <a:pPr marL="0" indent="0" algn="ctr">
              <a:buNone/>
            </a:pPr>
            <a:r>
              <a:rPr lang="en-US" sz="800">
                <a:solidFill>
                  <a:srgbClr val="FFFFFF"/>
                </a:solidFill>
                <a:latin typeface="Calibri" pitchFamily="34" charset="0"/>
                <a:ea typeface="Calibri" pitchFamily="34" charset="-122"/>
                <a:cs typeface="Calibri" pitchFamily="34" charset="-120"/>
              </a:rPr>
              <a:t>True Negative</a:t>
            </a:r>
            <a:endParaRPr lang="en-US" sz="800"/>
          </a:p>
        </p:txBody>
      </p:sp>
      <p:sp>
        <p:nvSpPr>
          <p:cNvPr id="15" name="Shape 13"/>
          <p:cNvSpPr/>
          <p:nvPr/>
        </p:nvSpPr>
        <p:spPr>
          <a:xfrm>
            <a:off x="2468880" y="1572768"/>
            <a:ext cx="1737360" cy="914400"/>
          </a:xfrm>
          <a:prstGeom prst="rect">
            <a:avLst/>
          </a:prstGeom>
          <a:solidFill>
            <a:srgbClr val="2D0A47"/>
          </a:solidFill>
          <a:ln w="12700">
            <a:solidFill>
              <a:srgbClr val="2D0A47"/>
            </a:solidFill>
            <a:prstDash val="solid"/>
          </a:ln>
        </p:spPr>
        <p:txBody>
          <a:bodyPr/>
          <a:lstStyle/>
          <a:p>
            <a:endParaRPr lang="en-US"/>
          </a:p>
        </p:txBody>
      </p:sp>
      <p:sp>
        <p:nvSpPr>
          <p:cNvPr id="16" name="Text 14"/>
          <p:cNvSpPr/>
          <p:nvPr/>
        </p:nvSpPr>
        <p:spPr>
          <a:xfrm>
            <a:off x="2468880" y="1572768"/>
            <a:ext cx="1737360" cy="548640"/>
          </a:xfrm>
          <a:prstGeom prst="rect">
            <a:avLst/>
          </a:prstGeom>
          <a:noFill/>
          <a:ln/>
        </p:spPr>
        <p:txBody>
          <a:bodyPr wrap="square" rtlCol="0" anchor="ctr"/>
          <a:lstStyle/>
          <a:p>
            <a:pPr marL="0" indent="0" algn="ctr">
              <a:buNone/>
            </a:pPr>
            <a:r>
              <a:rPr lang="en-US" sz="1600" b="1">
                <a:solidFill>
                  <a:srgbClr val="FFFFFF"/>
                </a:solidFill>
                <a:latin typeface="Calibri" pitchFamily="34" charset="0"/>
                <a:ea typeface="Calibri" pitchFamily="34" charset="-122"/>
                <a:cs typeface="Calibri" pitchFamily="34" charset="-120"/>
              </a:rPr>
              <a:t>200</a:t>
            </a:r>
            <a:endParaRPr lang="en-US" sz="1600"/>
          </a:p>
        </p:txBody>
      </p:sp>
      <p:sp>
        <p:nvSpPr>
          <p:cNvPr id="17" name="Text 15"/>
          <p:cNvSpPr/>
          <p:nvPr/>
        </p:nvSpPr>
        <p:spPr>
          <a:xfrm>
            <a:off x="2468880" y="2121408"/>
            <a:ext cx="1737360" cy="365760"/>
          </a:xfrm>
          <a:prstGeom prst="rect">
            <a:avLst/>
          </a:prstGeom>
          <a:noFill/>
          <a:ln/>
        </p:spPr>
        <p:txBody>
          <a:bodyPr wrap="square" rtlCol="0" anchor="ctr"/>
          <a:lstStyle/>
          <a:p>
            <a:pPr marL="0" indent="0" algn="ctr">
              <a:buNone/>
            </a:pPr>
            <a:r>
              <a:rPr lang="en-US" sz="800">
                <a:solidFill>
                  <a:srgbClr val="8EAFC0"/>
                </a:solidFill>
                <a:latin typeface="Calibri" pitchFamily="34" charset="0"/>
                <a:ea typeface="Calibri" pitchFamily="34" charset="-122"/>
                <a:cs typeface="Calibri" pitchFamily="34" charset="-120"/>
              </a:rPr>
              <a:t>False Positive</a:t>
            </a:r>
            <a:endParaRPr lang="en-US" sz="800"/>
          </a:p>
        </p:txBody>
      </p:sp>
      <p:sp>
        <p:nvSpPr>
          <p:cNvPr id="18" name="Shape 16"/>
          <p:cNvSpPr/>
          <p:nvPr/>
        </p:nvSpPr>
        <p:spPr>
          <a:xfrm>
            <a:off x="1005840" y="2514600"/>
            <a:ext cx="1417320" cy="914400"/>
          </a:xfrm>
          <a:prstGeom prst="rect">
            <a:avLst/>
          </a:prstGeom>
          <a:solidFill>
            <a:srgbClr val="0B9E8A"/>
          </a:solidFill>
          <a:ln w="12700">
            <a:solidFill>
              <a:srgbClr val="0B9E8A"/>
            </a:solidFill>
            <a:prstDash val="solid"/>
          </a:ln>
        </p:spPr>
        <p:txBody>
          <a:bodyPr/>
          <a:lstStyle/>
          <a:p>
            <a:endParaRPr lang="en-US"/>
          </a:p>
        </p:txBody>
      </p:sp>
      <p:sp>
        <p:nvSpPr>
          <p:cNvPr id="19" name="Text 17"/>
          <p:cNvSpPr/>
          <p:nvPr/>
        </p:nvSpPr>
        <p:spPr>
          <a:xfrm>
            <a:off x="1005840" y="2514600"/>
            <a:ext cx="1417320" cy="548640"/>
          </a:xfrm>
          <a:prstGeom prst="rect">
            <a:avLst/>
          </a:prstGeom>
          <a:noFill/>
          <a:ln/>
        </p:spPr>
        <p:txBody>
          <a:bodyPr wrap="square" rtlCol="0" anchor="ctr"/>
          <a:lstStyle/>
          <a:p>
            <a:pPr marL="0" indent="0" algn="ctr">
              <a:buNone/>
            </a:pPr>
            <a:r>
              <a:rPr lang="en-US" sz="1600" b="1">
                <a:solidFill>
                  <a:srgbClr val="FFFFFF"/>
                </a:solidFill>
                <a:latin typeface="Calibri" pitchFamily="34" charset="0"/>
                <a:ea typeface="Calibri" pitchFamily="34" charset="-122"/>
                <a:cs typeface="Calibri" pitchFamily="34" charset="-120"/>
              </a:rPr>
              <a:t>2,491</a:t>
            </a:r>
            <a:endParaRPr lang="en-US" sz="1600"/>
          </a:p>
        </p:txBody>
      </p:sp>
      <p:sp>
        <p:nvSpPr>
          <p:cNvPr id="20" name="Text 18"/>
          <p:cNvSpPr/>
          <p:nvPr/>
        </p:nvSpPr>
        <p:spPr>
          <a:xfrm>
            <a:off x="1005840" y="3063240"/>
            <a:ext cx="1417320" cy="365760"/>
          </a:xfrm>
          <a:prstGeom prst="rect">
            <a:avLst/>
          </a:prstGeom>
          <a:noFill/>
          <a:ln/>
        </p:spPr>
        <p:txBody>
          <a:bodyPr wrap="square" rtlCol="0" anchor="ctr"/>
          <a:lstStyle/>
          <a:p>
            <a:pPr marL="0" indent="0" algn="ctr">
              <a:buNone/>
            </a:pPr>
            <a:r>
              <a:rPr lang="en-US" sz="800">
                <a:solidFill>
                  <a:srgbClr val="FFFFFF"/>
                </a:solidFill>
                <a:latin typeface="Calibri" pitchFamily="34" charset="0"/>
                <a:ea typeface="Calibri" pitchFamily="34" charset="-122"/>
                <a:cs typeface="Calibri" pitchFamily="34" charset="-120"/>
              </a:rPr>
              <a:t>False Negative</a:t>
            </a:r>
            <a:endParaRPr lang="en-US" sz="800"/>
          </a:p>
        </p:txBody>
      </p:sp>
      <p:sp>
        <p:nvSpPr>
          <p:cNvPr id="21" name="Shape 19"/>
          <p:cNvSpPr/>
          <p:nvPr/>
        </p:nvSpPr>
        <p:spPr>
          <a:xfrm>
            <a:off x="2468880" y="2514600"/>
            <a:ext cx="1737360" cy="914400"/>
          </a:xfrm>
          <a:prstGeom prst="rect">
            <a:avLst/>
          </a:prstGeom>
          <a:solidFill>
            <a:srgbClr val="8DB600"/>
          </a:solidFill>
          <a:ln w="12700">
            <a:solidFill>
              <a:srgbClr val="8DB600"/>
            </a:solidFill>
            <a:prstDash val="solid"/>
          </a:ln>
        </p:spPr>
        <p:txBody>
          <a:bodyPr/>
          <a:lstStyle/>
          <a:p>
            <a:endParaRPr lang="en-US"/>
          </a:p>
        </p:txBody>
      </p:sp>
      <p:sp>
        <p:nvSpPr>
          <p:cNvPr id="22" name="Text 20"/>
          <p:cNvSpPr/>
          <p:nvPr/>
        </p:nvSpPr>
        <p:spPr>
          <a:xfrm>
            <a:off x="2468880" y="2514600"/>
            <a:ext cx="1737360" cy="548640"/>
          </a:xfrm>
          <a:prstGeom prst="rect">
            <a:avLst/>
          </a:prstGeom>
          <a:noFill/>
          <a:ln/>
        </p:spPr>
        <p:txBody>
          <a:bodyPr wrap="square" rtlCol="0" anchor="ctr"/>
          <a:lstStyle/>
          <a:p>
            <a:pPr marL="0" indent="0" algn="ctr">
              <a:buNone/>
            </a:pPr>
            <a:r>
              <a:rPr lang="en-US" sz="1600" b="1">
                <a:solidFill>
                  <a:srgbClr val="FFFFFF"/>
                </a:solidFill>
                <a:latin typeface="Calibri" pitchFamily="34" charset="0"/>
                <a:ea typeface="Calibri" pitchFamily="34" charset="-122"/>
                <a:cs typeface="Calibri" pitchFamily="34" charset="-120"/>
              </a:rPr>
              <a:t>3,781</a:t>
            </a:r>
            <a:endParaRPr lang="en-US" sz="1600"/>
          </a:p>
        </p:txBody>
      </p:sp>
      <p:sp>
        <p:nvSpPr>
          <p:cNvPr id="23" name="Text 21"/>
          <p:cNvSpPr/>
          <p:nvPr/>
        </p:nvSpPr>
        <p:spPr>
          <a:xfrm>
            <a:off x="2468880" y="3063240"/>
            <a:ext cx="1737360" cy="365760"/>
          </a:xfrm>
          <a:prstGeom prst="rect">
            <a:avLst/>
          </a:prstGeom>
          <a:noFill/>
          <a:ln/>
        </p:spPr>
        <p:txBody>
          <a:bodyPr wrap="square" rtlCol="0" anchor="ctr"/>
          <a:lstStyle/>
          <a:p>
            <a:pPr marL="0" indent="0" algn="ctr">
              <a:buNone/>
            </a:pPr>
            <a:r>
              <a:rPr lang="en-US" sz="800">
                <a:solidFill>
                  <a:srgbClr val="FFFFFF"/>
                </a:solidFill>
                <a:latin typeface="Calibri" pitchFamily="34" charset="0"/>
                <a:ea typeface="Calibri" pitchFamily="34" charset="-122"/>
                <a:cs typeface="Calibri" pitchFamily="34" charset="-120"/>
              </a:rPr>
              <a:t>True Positive</a:t>
            </a:r>
            <a:endParaRPr lang="en-US" sz="800"/>
          </a:p>
        </p:txBody>
      </p:sp>
      <p:sp>
        <p:nvSpPr>
          <p:cNvPr id="24" name="Shape 22"/>
          <p:cNvSpPr/>
          <p:nvPr/>
        </p:nvSpPr>
        <p:spPr>
          <a:xfrm>
            <a:off x="4434840" y="960120"/>
            <a:ext cx="2011680" cy="914400"/>
          </a:xfrm>
          <a:prstGeom prst="rect">
            <a:avLst/>
          </a:prstGeom>
          <a:solidFill>
            <a:srgbClr val="0D1B2A"/>
          </a:solidFill>
          <a:ln w="19050">
            <a:solidFill>
              <a:srgbClr val="00B4D8"/>
            </a:solidFill>
            <a:prstDash val="solid"/>
          </a:ln>
        </p:spPr>
        <p:txBody>
          <a:bodyPr/>
          <a:lstStyle/>
          <a:p>
            <a:endParaRPr lang="en-US"/>
          </a:p>
        </p:txBody>
      </p:sp>
      <p:sp>
        <p:nvSpPr>
          <p:cNvPr id="25" name="Text 23"/>
          <p:cNvSpPr/>
          <p:nvPr/>
        </p:nvSpPr>
        <p:spPr>
          <a:xfrm>
            <a:off x="4434840" y="1005840"/>
            <a:ext cx="2011680" cy="475488"/>
          </a:xfrm>
          <a:prstGeom prst="rect">
            <a:avLst/>
          </a:prstGeom>
          <a:noFill/>
          <a:ln/>
        </p:spPr>
        <p:txBody>
          <a:bodyPr wrap="square" rtlCol="0" anchor="ctr"/>
          <a:lstStyle/>
          <a:p>
            <a:pPr marL="0" indent="0" algn="ctr">
              <a:buNone/>
            </a:pPr>
            <a:r>
              <a:rPr lang="en-US" sz="2200" b="1">
                <a:solidFill>
                  <a:srgbClr val="00B4D8"/>
                </a:solidFill>
                <a:latin typeface="Calibri" pitchFamily="34" charset="0"/>
                <a:ea typeface="Calibri" pitchFamily="34" charset="-122"/>
                <a:cs typeface="Calibri" pitchFamily="34" charset="-120"/>
              </a:rPr>
              <a:t>60%</a:t>
            </a:r>
            <a:endParaRPr lang="en-US" sz="2200"/>
          </a:p>
        </p:txBody>
      </p:sp>
      <p:sp>
        <p:nvSpPr>
          <p:cNvPr id="26" name="Text 24"/>
          <p:cNvSpPr/>
          <p:nvPr/>
        </p:nvSpPr>
        <p:spPr>
          <a:xfrm>
            <a:off x="4434840" y="1481328"/>
            <a:ext cx="2011680" cy="365760"/>
          </a:xfrm>
          <a:prstGeom prst="rect">
            <a:avLst/>
          </a:prstGeom>
          <a:noFill/>
          <a:ln/>
        </p:spPr>
        <p:txBody>
          <a:bodyPr wrap="square" rtlCol="0" anchor="t"/>
          <a:lstStyle/>
          <a:p>
            <a:pPr marL="0" indent="0" algn="ctr">
              <a:buNone/>
            </a:pPr>
            <a:r>
              <a:rPr lang="en-US" sz="900">
                <a:solidFill>
                  <a:srgbClr val="8EAFC0"/>
                </a:solidFill>
                <a:latin typeface="Calibri" pitchFamily="34" charset="0"/>
                <a:ea typeface="Calibri" pitchFamily="34" charset="-122"/>
                <a:cs typeface="Calibri" pitchFamily="34" charset="-120"/>
              </a:rPr>
              <a:t>Attack Detection</a:t>
            </a:r>
            <a:endParaRPr lang="en-US" sz="900"/>
          </a:p>
          <a:p>
            <a:pPr marL="0" indent="0" algn="ctr">
              <a:buNone/>
            </a:pPr>
            <a:r>
              <a:rPr lang="en-US" sz="900">
                <a:solidFill>
                  <a:srgbClr val="8EAFC0"/>
                </a:solidFill>
                <a:latin typeface="Calibri" pitchFamily="34" charset="0"/>
                <a:ea typeface="Calibri" pitchFamily="34" charset="-122"/>
                <a:cs typeface="Calibri" pitchFamily="34" charset="-120"/>
              </a:rPr>
              <a:t>Rate</a:t>
            </a:r>
            <a:endParaRPr lang="en-US" sz="900"/>
          </a:p>
        </p:txBody>
      </p:sp>
      <p:sp>
        <p:nvSpPr>
          <p:cNvPr id="27" name="Shape 25"/>
          <p:cNvSpPr/>
          <p:nvPr/>
        </p:nvSpPr>
        <p:spPr>
          <a:xfrm>
            <a:off x="4434840" y="1984248"/>
            <a:ext cx="2011680" cy="914400"/>
          </a:xfrm>
          <a:prstGeom prst="rect">
            <a:avLst/>
          </a:prstGeom>
          <a:solidFill>
            <a:srgbClr val="0D1B2A"/>
          </a:solidFill>
          <a:ln w="19050">
            <a:solidFill>
              <a:srgbClr val="0D9E6E"/>
            </a:solidFill>
            <a:prstDash val="solid"/>
          </a:ln>
        </p:spPr>
        <p:txBody>
          <a:bodyPr/>
          <a:lstStyle/>
          <a:p>
            <a:endParaRPr lang="en-US"/>
          </a:p>
        </p:txBody>
      </p:sp>
      <p:sp>
        <p:nvSpPr>
          <p:cNvPr id="28" name="Text 26"/>
          <p:cNvSpPr/>
          <p:nvPr/>
        </p:nvSpPr>
        <p:spPr>
          <a:xfrm>
            <a:off x="4434840" y="2029968"/>
            <a:ext cx="2011680" cy="475488"/>
          </a:xfrm>
          <a:prstGeom prst="rect">
            <a:avLst/>
          </a:prstGeom>
          <a:noFill/>
          <a:ln/>
        </p:spPr>
        <p:txBody>
          <a:bodyPr wrap="square" rtlCol="0" anchor="ctr"/>
          <a:lstStyle/>
          <a:p>
            <a:pPr marL="0" indent="0" algn="ctr">
              <a:buNone/>
            </a:pPr>
            <a:r>
              <a:rPr lang="en-US" sz="2200" b="1">
                <a:solidFill>
                  <a:srgbClr val="0D9E6E"/>
                </a:solidFill>
                <a:latin typeface="Calibri" pitchFamily="34" charset="0"/>
                <a:ea typeface="Calibri" pitchFamily="34" charset="-122"/>
                <a:cs typeface="Calibri" pitchFamily="34" charset="-120"/>
              </a:rPr>
              <a:t>4.5%</a:t>
            </a:r>
            <a:endParaRPr lang="en-US" sz="2200"/>
          </a:p>
        </p:txBody>
      </p:sp>
      <p:sp>
        <p:nvSpPr>
          <p:cNvPr id="29" name="Text 27"/>
          <p:cNvSpPr/>
          <p:nvPr/>
        </p:nvSpPr>
        <p:spPr>
          <a:xfrm>
            <a:off x="4434840" y="2505456"/>
            <a:ext cx="2011680" cy="365760"/>
          </a:xfrm>
          <a:prstGeom prst="rect">
            <a:avLst/>
          </a:prstGeom>
          <a:noFill/>
          <a:ln/>
        </p:spPr>
        <p:txBody>
          <a:bodyPr wrap="square" rtlCol="0" anchor="t"/>
          <a:lstStyle/>
          <a:p>
            <a:pPr marL="0" indent="0" algn="ctr">
              <a:buNone/>
            </a:pPr>
            <a:r>
              <a:rPr lang="en-US" sz="900">
                <a:solidFill>
                  <a:srgbClr val="8EAFC0"/>
                </a:solidFill>
                <a:latin typeface="Calibri" pitchFamily="34" charset="0"/>
                <a:ea typeface="Calibri" pitchFamily="34" charset="-122"/>
                <a:cs typeface="Calibri" pitchFamily="34" charset="-120"/>
              </a:rPr>
              <a:t>False Positive</a:t>
            </a:r>
            <a:endParaRPr lang="en-US" sz="900"/>
          </a:p>
          <a:p>
            <a:pPr marL="0" indent="0" algn="ctr">
              <a:buNone/>
            </a:pPr>
            <a:r>
              <a:rPr lang="en-US" sz="900">
                <a:solidFill>
                  <a:srgbClr val="8EAFC0"/>
                </a:solidFill>
                <a:latin typeface="Calibri" pitchFamily="34" charset="0"/>
                <a:ea typeface="Calibri" pitchFamily="34" charset="-122"/>
                <a:cs typeface="Calibri" pitchFamily="34" charset="-120"/>
              </a:rPr>
              <a:t>Rate</a:t>
            </a:r>
            <a:endParaRPr lang="en-US" sz="900"/>
          </a:p>
        </p:txBody>
      </p:sp>
      <p:sp>
        <p:nvSpPr>
          <p:cNvPr id="30" name="Shape 28"/>
          <p:cNvSpPr/>
          <p:nvPr/>
        </p:nvSpPr>
        <p:spPr>
          <a:xfrm>
            <a:off x="4434840" y="3008376"/>
            <a:ext cx="2011680" cy="914400"/>
          </a:xfrm>
          <a:prstGeom prst="rect">
            <a:avLst/>
          </a:prstGeom>
          <a:solidFill>
            <a:srgbClr val="0D1B2A"/>
          </a:solidFill>
          <a:ln w="19050">
            <a:solidFill>
              <a:srgbClr val="F59E0B"/>
            </a:solidFill>
            <a:prstDash val="solid"/>
          </a:ln>
        </p:spPr>
        <p:txBody>
          <a:bodyPr/>
          <a:lstStyle/>
          <a:p>
            <a:endParaRPr lang="en-US"/>
          </a:p>
        </p:txBody>
      </p:sp>
      <p:sp>
        <p:nvSpPr>
          <p:cNvPr id="31" name="Text 29"/>
          <p:cNvSpPr/>
          <p:nvPr/>
        </p:nvSpPr>
        <p:spPr>
          <a:xfrm>
            <a:off x="4434840" y="3054096"/>
            <a:ext cx="2011680" cy="475488"/>
          </a:xfrm>
          <a:prstGeom prst="rect">
            <a:avLst/>
          </a:prstGeom>
          <a:noFill/>
          <a:ln/>
        </p:spPr>
        <p:txBody>
          <a:bodyPr wrap="square" rtlCol="0" anchor="ctr"/>
          <a:lstStyle/>
          <a:p>
            <a:pPr marL="0" indent="0" algn="ctr">
              <a:buNone/>
            </a:pPr>
            <a:r>
              <a:rPr lang="en-US" sz="2200" b="1">
                <a:solidFill>
                  <a:srgbClr val="F59E0B"/>
                </a:solidFill>
                <a:latin typeface="Calibri" pitchFamily="34" charset="0"/>
                <a:ea typeface="Calibri" pitchFamily="34" charset="-122"/>
                <a:cs typeface="Calibri" pitchFamily="34" charset="-120"/>
              </a:rPr>
              <a:t>0.80</a:t>
            </a:r>
            <a:endParaRPr lang="en-US" sz="2200"/>
          </a:p>
        </p:txBody>
      </p:sp>
      <p:sp>
        <p:nvSpPr>
          <p:cNvPr id="32" name="Text 30"/>
          <p:cNvSpPr/>
          <p:nvPr/>
        </p:nvSpPr>
        <p:spPr>
          <a:xfrm>
            <a:off x="4434840" y="3529584"/>
            <a:ext cx="2011680" cy="365760"/>
          </a:xfrm>
          <a:prstGeom prst="rect">
            <a:avLst/>
          </a:prstGeom>
          <a:noFill/>
          <a:ln/>
        </p:spPr>
        <p:txBody>
          <a:bodyPr wrap="square" rtlCol="0" anchor="t"/>
          <a:lstStyle/>
          <a:p>
            <a:pPr marL="0" indent="0" algn="ctr">
              <a:buNone/>
            </a:pPr>
            <a:r>
              <a:rPr lang="en-US" sz="900">
                <a:solidFill>
                  <a:srgbClr val="8EAFC0"/>
                </a:solidFill>
                <a:latin typeface="Calibri" pitchFamily="34" charset="0"/>
                <a:ea typeface="Calibri" pitchFamily="34" charset="-122"/>
                <a:cs typeface="Calibri" pitchFamily="34" charset="-120"/>
              </a:rPr>
              <a:t>AUC Score</a:t>
            </a:r>
            <a:endParaRPr lang="en-US" sz="900"/>
          </a:p>
        </p:txBody>
      </p:sp>
      <p:sp>
        <p:nvSpPr>
          <p:cNvPr id="33" name="Shape 31"/>
          <p:cNvSpPr/>
          <p:nvPr/>
        </p:nvSpPr>
        <p:spPr>
          <a:xfrm>
            <a:off x="4434840" y="4032504"/>
            <a:ext cx="2011680" cy="914400"/>
          </a:xfrm>
          <a:prstGeom prst="rect">
            <a:avLst/>
          </a:prstGeom>
          <a:solidFill>
            <a:srgbClr val="0D1B2A"/>
          </a:solidFill>
          <a:ln w="19050">
            <a:solidFill>
              <a:srgbClr val="00B4D8"/>
            </a:solidFill>
            <a:prstDash val="solid"/>
          </a:ln>
        </p:spPr>
        <p:txBody>
          <a:bodyPr/>
          <a:lstStyle/>
          <a:p>
            <a:endParaRPr lang="en-US"/>
          </a:p>
        </p:txBody>
      </p:sp>
      <p:sp>
        <p:nvSpPr>
          <p:cNvPr id="34" name="Text 32"/>
          <p:cNvSpPr/>
          <p:nvPr/>
        </p:nvSpPr>
        <p:spPr>
          <a:xfrm>
            <a:off x="4434840" y="4078224"/>
            <a:ext cx="2011680" cy="475488"/>
          </a:xfrm>
          <a:prstGeom prst="rect">
            <a:avLst/>
          </a:prstGeom>
          <a:noFill/>
          <a:ln/>
        </p:spPr>
        <p:txBody>
          <a:bodyPr wrap="square" rtlCol="0" anchor="ctr"/>
          <a:lstStyle/>
          <a:p>
            <a:pPr marL="0" indent="0" algn="ctr">
              <a:buNone/>
            </a:pPr>
            <a:r>
              <a:rPr lang="en-US" sz="2200" b="1">
                <a:solidFill>
                  <a:srgbClr val="00B4D8"/>
                </a:solidFill>
                <a:latin typeface="Calibri" pitchFamily="34" charset="0"/>
                <a:ea typeface="Calibri" pitchFamily="34" charset="-122"/>
                <a:cs typeface="Calibri" pitchFamily="34" charset="-120"/>
              </a:rPr>
              <a:t>0.74</a:t>
            </a:r>
            <a:endParaRPr lang="en-US" sz="2200"/>
          </a:p>
        </p:txBody>
      </p:sp>
      <p:sp>
        <p:nvSpPr>
          <p:cNvPr id="35" name="Text 33"/>
          <p:cNvSpPr/>
          <p:nvPr/>
        </p:nvSpPr>
        <p:spPr>
          <a:xfrm>
            <a:off x="4434840" y="4553712"/>
            <a:ext cx="2011680" cy="365760"/>
          </a:xfrm>
          <a:prstGeom prst="rect">
            <a:avLst/>
          </a:prstGeom>
          <a:noFill/>
          <a:ln/>
        </p:spPr>
        <p:txBody>
          <a:bodyPr wrap="square" rtlCol="0" anchor="t"/>
          <a:lstStyle/>
          <a:p>
            <a:pPr marL="0" indent="0" algn="ctr">
              <a:buNone/>
            </a:pPr>
            <a:r>
              <a:rPr lang="en-US" sz="900">
                <a:solidFill>
                  <a:srgbClr val="8EAFC0"/>
                </a:solidFill>
                <a:latin typeface="Calibri" pitchFamily="34" charset="0"/>
                <a:ea typeface="Calibri" pitchFamily="34" charset="-122"/>
                <a:cs typeface="Calibri" pitchFamily="34" charset="-120"/>
              </a:rPr>
              <a:t>F1 Score</a:t>
            </a:r>
            <a:endParaRPr lang="en-US" sz="900"/>
          </a:p>
        </p:txBody>
      </p:sp>
      <p:sp>
        <p:nvSpPr>
          <p:cNvPr id="36" name="Text 34"/>
          <p:cNvSpPr/>
          <p:nvPr/>
        </p:nvSpPr>
        <p:spPr>
          <a:xfrm>
            <a:off x="6629400" y="960120"/>
            <a:ext cx="2331720" cy="320040"/>
          </a:xfrm>
          <a:prstGeom prst="rect">
            <a:avLst/>
          </a:prstGeom>
          <a:noFill/>
          <a:ln/>
        </p:spPr>
        <p:txBody>
          <a:bodyPr wrap="square" rtlCol="0" anchor="ctr"/>
          <a:lstStyle/>
          <a:p>
            <a:pPr marL="0" indent="0">
              <a:buNone/>
            </a:pPr>
            <a:r>
              <a:rPr lang="en-US" sz="1200" b="1">
                <a:solidFill>
                  <a:srgbClr val="0D1B2A"/>
                </a:solidFill>
                <a:latin typeface="Calibri" pitchFamily="34" charset="0"/>
                <a:ea typeface="Calibri" pitchFamily="34" charset="-122"/>
                <a:cs typeface="Calibri" pitchFamily="34" charset="-120"/>
              </a:rPr>
              <a:t>Model Analysis</a:t>
            </a:r>
            <a:endParaRPr lang="en-US" sz="1200"/>
          </a:p>
        </p:txBody>
      </p:sp>
      <p:sp>
        <p:nvSpPr>
          <p:cNvPr id="37" name="Shape 35"/>
          <p:cNvSpPr/>
          <p:nvPr/>
        </p:nvSpPr>
        <p:spPr>
          <a:xfrm>
            <a:off x="6629400" y="1353312"/>
            <a:ext cx="54864" cy="777240"/>
          </a:xfrm>
          <a:prstGeom prst="rect">
            <a:avLst/>
          </a:prstGeom>
          <a:solidFill>
            <a:srgbClr val="00B4D8"/>
          </a:solidFill>
          <a:ln w="12700">
            <a:solidFill>
              <a:srgbClr val="00B4D8"/>
            </a:solidFill>
            <a:prstDash val="solid"/>
          </a:ln>
        </p:spPr>
        <p:txBody>
          <a:bodyPr/>
          <a:lstStyle/>
          <a:p>
            <a:endParaRPr lang="en-US"/>
          </a:p>
        </p:txBody>
      </p:sp>
      <p:sp>
        <p:nvSpPr>
          <p:cNvPr id="38" name="Text 36"/>
          <p:cNvSpPr/>
          <p:nvPr/>
        </p:nvSpPr>
        <p:spPr>
          <a:xfrm>
            <a:off x="6748272" y="1371600"/>
            <a:ext cx="2240280" cy="256032"/>
          </a:xfrm>
          <a:prstGeom prst="rect">
            <a:avLst/>
          </a:prstGeom>
          <a:noFill/>
          <a:ln/>
        </p:spPr>
        <p:txBody>
          <a:bodyPr wrap="square" rtlCol="0" anchor="ctr"/>
          <a:lstStyle/>
          <a:p>
            <a:pPr marL="0" indent="0">
              <a:buNone/>
            </a:pPr>
            <a:r>
              <a:rPr lang="en-US" sz="1000" b="1">
                <a:solidFill>
                  <a:srgbClr val="0D1B2A"/>
                </a:solidFill>
                <a:latin typeface="Calibri" pitchFamily="34" charset="0"/>
                <a:ea typeface="Calibri" pitchFamily="34" charset="-122"/>
                <a:cs typeface="Calibri" pitchFamily="34" charset="-120"/>
              </a:rPr>
              <a:t>What the model learned</a:t>
            </a:r>
            <a:endParaRPr lang="en-US" sz="1000"/>
          </a:p>
        </p:txBody>
      </p:sp>
      <p:sp>
        <p:nvSpPr>
          <p:cNvPr id="39" name="Text 37"/>
          <p:cNvSpPr/>
          <p:nvPr/>
        </p:nvSpPr>
        <p:spPr>
          <a:xfrm>
            <a:off x="6748272" y="1627632"/>
            <a:ext cx="2240280" cy="475488"/>
          </a:xfrm>
          <a:prstGeom prst="rect">
            <a:avLst/>
          </a:prstGeom>
          <a:noFill/>
          <a:ln/>
        </p:spPr>
        <p:txBody>
          <a:bodyPr wrap="square" rtlCol="0" anchor="ctr"/>
          <a:lstStyle/>
          <a:p>
            <a:pPr marL="0" indent="0">
              <a:buNone/>
            </a:pPr>
            <a:r>
              <a:rPr lang="en-US" sz="850">
                <a:latin typeface="Calibri" pitchFamily="34" charset="0"/>
                <a:ea typeface="Calibri" pitchFamily="34" charset="-122"/>
                <a:cs typeface="Calibri" pitchFamily="34" charset="-120"/>
              </a:rPr>
              <a:t>The CNN-LSTM successfully detects burst and replay attacks through abnormal inter-packet delay (IPD) and large delta_t values.</a:t>
            </a:r>
            <a:endParaRPr lang="en-US" sz="850"/>
          </a:p>
        </p:txBody>
      </p:sp>
      <p:sp>
        <p:nvSpPr>
          <p:cNvPr id="40" name="Shape 38"/>
          <p:cNvSpPr/>
          <p:nvPr/>
        </p:nvSpPr>
        <p:spPr>
          <a:xfrm>
            <a:off x="6629400" y="2286000"/>
            <a:ext cx="54864" cy="777240"/>
          </a:xfrm>
          <a:prstGeom prst="rect">
            <a:avLst/>
          </a:prstGeom>
          <a:solidFill>
            <a:srgbClr val="00B4D8"/>
          </a:solidFill>
          <a:ln w="12700">
            <a:solidFill>
              <a:srgbClr val="00B4D8"/>
            </a:solidFill>
            <a:prstDash val="solid"/>
          </a:ln>
        </p:spPr>
        <p:txBody>
          <a:bodyPr/>
          <a:lstStyle/>
          <a:p>
            <a:endParaRPr lang="en-US"/>
          </a:p>
        </p:txBody>
      </p:sp>
      <p:sp>
        <p:nvSpPr>
          <p:cNvPr id="41" name="Text 39"/>
          <p:cNvSpPr/>
          <p:nvPr/>
        </p:nvSpPr>
        <p:spPr>
          <a:xfrm>
            <a:off x="6748272" y="2304288"/>
            <a:ext cx="2240280" cy="256032"/>
          </a:xfrm>
          <a:prstGeom prst="rect">
            <a:avLst/>
          </a:prstGeom>
          <a:noFill/>
          <a:ln/>
        </p:spPr>
        <p:txBody>
          <a:bodyPr wrap="square" rtlCol="0" anchor="ctr"/>
          <a:lstStyle/>
          <a:p>
            <a:pPr marL="0" indent="0">
              <a:buNone/>
            </a:pPr>
            <a:r>
              <a:rPr lang="en-US" sz="1000" b="1">
                <a:solidFill>
                  <a:srgbClr val="0D1B2A"/>
                </a:solidFill>
                <a:latin typeface="Calibri" pitchFamily="34" charset="0"/>
                <a:ea typeface="Calibri" pitchFamily="34" charset="-122"/>
                <a:cs typeface="Calibri" pitchFamily="34" charset="-120"/>
              </a:rPr>
              <a:t>AUC ceiling at 0.80</a:t>
            </a:r>
            <a:endParaRPr lang="en-US" sz="1000"/>
          </a:p>
        </p:txBody>
      </p:sp>
      <p:sp>
        <p:nvSpPr>
          <p:cNvPr id="42" name="Text 40"/>
          <p:cNvSpPr/>
          <p:nvPr/>
        </p:nvSpPr>
        <p:spPr>
          <a:xfrm>
            <a:off x="6748272" y="2560320"/>
            <a:ext cx="2240280" cy="475488"/>
          </a:xfrm>
          <a:prstGeom prst="rect">
            <a:avLst/>
          </a:prstGeom>
          <a:noFill/>
          <a:ln/>
        </p:spPr>
        <p:txBody>
          <a:bodyPr wrap="square" rtlCol="0" anchor="ctr"/>
          <a:lstStyle/>
          <a:p>
            <a:pPr marL="0" indent="0">
              <a:buNone/>
            </a:pPr>
            <a:r>
              <a:rPr lang="en-US" sz="850">
                <a:latin typeface="Calibri" pitchFamily="34" charset="0"/>
                <a:ea typeface="Calibri" pitchFamily="34" charset="-122"/>
                <a:cs typeface="Calibri" pitchFamily="34" charset="-120"/>
              </a:rPr>
              <a:t>Slow drift attacks produce delta_t values that overlap with normal traffic in early stages, limiting separation.</a:t>
            </a:r>
            <a:endParaRPr lang="en-US" sz="850"/>
          </a:p>
        </p:txBody>
      </p:sp>
      <p:sp>
        <p:nvSpPr>
          <p:cNvPr id="43" name="Shape 41"/>
          <p:cNvSpPr/>
          <p:nvPr/>
        </p:nvSpPr>
        <p:spPr>
          <a:xfrm>
            <a:off x="6629400" y="3218688"/>
            <a:ext cx="54864" cy="777240"/>
          </a:xfrm>
          <a:prstGeom prst="rect">
            <a:avLst/>
          </a:prstGeom>
          <a:solidFill>
            <a:srgbClr val="00B4D8"/>
          </a:solidFill>
          <a:ln w="12700">
            <a:solidFill>
              <a:srgbClr val="00B4D8"/>
            </a:solidFill>
            <a:prstDash val="solid"/>
          </a:ln>
        </p:spPr>
        <p:txBody>
          <a:bodyPr/>
          <a:lstStyle/>
          <a:p>
            <a:endParaRPr lang="en-US"/>
          </a:p>
        </p:txBody>
      </p:sp>
      <p:sp>
        <p:nvSpPr>
          <p:cNvPr id="44" name="Text 42"/>
          <p:cNvSpPr/>
          <p:nvPr/>
        </p:nvSpPr>
        <p:spPr>
          <a:xfrm>
            <a:off x="6748272" y="3236976"/>
            <a:ext cx="2240280" cy="256032"/>
          </a:xfrm>
          <a:prstGeom prst="rect">
            <a:avLst/>
          </a:prstGeom>
          <a:noFill/>
          <a:ln/>
        </p:spPr>
        <p:txBody>
          <a:bodyPr wrap="square" rtlCol="0" anchor="ctr"/>
          <a:lstStyle/>
          <a:p>
            <a:pPr marL="0" indent="0">
              <a:buNone/>
            </a:pPr>
            <a:r>
              <a:rPr lang="en-US" sz="1000" b="1">
                <a:solidFill>
                  <a:srgbClr val="0D1B2A"/>
                </a:solidFill>
                <a:latin typeface="Calibri" pitchFamily="34" charset="0"/>
                <a:ea typeface="Calibri" pitchFamily="34" charset="-122"/>
                <a:cs typeface="Calibri" pitchFamily="34" charset="-120"/>
              </a:rPr>
              <a:t>Threshold set to 0.35</a:t>
            </a:r>
            <a:endParaRPr lang="en-US" sz="1000"/>
          </a:p>
        </p:txBody>
      </p:sp>
      <p:sp>
        <p:nvSpPr>
          <p:cNvPr id="45" name="Text 43"/>
          <p:cNvSpPr/>
          <p:nvPr/>
        </p:nvSpPr>
        <p:spPr>
          <a:xfrm>
            <a:off x="6748272" y="3493008"/>
            <a:ext cx="2240280" cy="475488"/>
          </a:xfrm>
          <a:prstGeom prst="rect">
            <a:avLst/>
          </a:prstGeom>
          <a:noFill/>
          <a:ln/>
        </p:spPr>
        <p:txBody>
          <a:bodyPr wrap="square" lIns="91440" tIns="45720" rIns="91440" bIns="45720" rtlCol="0" anchor="ctr"/>
          <a:lstStyle/>
          <a:p>
            <a:pPr marL="0" indent="0">
              <a:buNone/>
            </a:pPr>
            <a:r>
              <a:rPr lang="en-US" sz="850">
                <a:latin typeface="Calibri"/>
                <a:ea typeface="Calibri"/>
                <a:cs typeface="Calibri"/>
              </a:rPr>
              <a:t>Optimized via F1 sweep. Below 0.30 produces excessive false positives. Above 0.40 misses too many attacks.</a:t>
            </a:r>
          </a:p>
        </p:txBody>
      </p:sp>
      <p:sp>
        <p:nvSpPr>
          <p:cNvPr id="46" name="Shape 44"/>
          <p:cNvSpPr/>
          <p:nvPr/>
        </p:nvSpPr>
        <p:spPr>
          <a:xfrm>
            <a:off x="6629400" y="4151376"/>
            <a:ext cx="54864" cy="777240"/>
          </a:xfrm>
          <a:prstGeom prst="rect">
            <a:avLst/>
          </a:prstGeom>
          <a:solidFill>
            <a:srgbClr val="00B4D8"/>
          </a:solidFill>
          <a:ln w="12700">
            <a:solidFill>
              <a:srgbClr val="00B4D8"/>
            </a:solidFill>
            <a:prstDash val="solid"/>
          </a:ln>
        </p:spPr>
        <p:txBody>
          <a:bodyPr/>
          <a:lstStyle/>
          <a:p>
            <a:endParaRPr lang="en-US"/>
          </a:p>
        </p:txBody>
      </p:sp>
      <p:sp>
        <p:nvSpPr>
          <p:cNvPr id="47" name="Text 45"/>
          <p:cNvSpPr/>
          <p:nvPr/>
        </p:nvSpPr>
        <p:spPr>
          <a:xfrm>
            <a:off x="6748272" y="4169664"/>
            <a:ext cx="2240280" cy="256032"/>
          </a:xfrm>
          <a:prstGeom prst="rect">
            <a:avLst/>
          </a:prstGeom>
          <a:noFill/>
          <a:ln/>
        </p:spPr>
        <p:txBody>
          <a:bodyPr wrap="square" rtlCol="0" anchor="ctr"/>
          <a:lstStyle/>
          <a:p>
            <a:pPr marL="0" indent="0">
              <a:buNone/>
            </a:pPr>
            <a:r>
              <a:rPr lang="en-US" sz="1000" b="1">
                <a:solidFill>
                  <a:srgbClr val="0D1B2A"/>
                </a:solidFill>
                <a:latin typeface="Calibri" pitchFamily="34" charset="0"/>
                <a:ea typeface="Calibri" pitchFamily="34" charset="-122"/>
                <a:cs typeface="Calibri" pitchFamily="34" charset="-120"/>
              </a:rPr>
              <a:t>Path to improvement</a:t>
            </a:r>
            <a:endParaRPr lang="en-US" sz="1000"/>
          </a:p>
        </p:txBody>
      </p:sp>
      <p:sp>
        <p:nvSpPr>
          <p:cNvPr id="48" name="Text 46"/>
          <p:cNvSpPr/>
          <p:nvPr/>
        </p:nvSpPr>
        <p:spPr>
          <a:xfrm>
            <a:off x="6748272" y="4425696"/>
            <a:ext cx="2240280" cy="475488"/>
          </a:xfrm>
          <a:prstGeom prst="rect">
            <a:avLst/>
          </a:prstGeom>
          <a:noFill/>
          <a:ln/>
        </p:spPr>
        <p:txBody>
          <a:bodyPr wrap="square" rtlCol="0" anchor="ctr"/>
          <a:lstStyle/>
          <a:p>
            <a:pPr marL="0" indent="0">
              <a:buNone/>
            </a:pPr>
            <a:r>
              <a:rPr lang="en-US" sz="850">
                <a:latin typeface="Calibri" pitchFamily="34" charset="0"/>
                <a:ea typeface="Calibri" pitchFamily="34" charset="-122"/>
                <a:cs typeface="Calibri" pitchFamily="34" charset="-120"/>
              </a:rPr>
              <a:t>More training data with longer drift sequences and extended observation windows would push AUC beyond 0.80.</a:t>
            </a:r>
            <a:endParaRPr lang="en-US" sz="850"/>
          </a:p>
        </p:txBody>
      </p:sp>
      <p:sp>
        <p:nvSpPr>
          <p:cNvPr id="49" name="Shape 47"/>
          <p:cNvSpPr/>
          <p:nvPr/>
        </p:nvSpPr>
        <p:spPr>
          <a:xfrm>
            <a:off x="1005840" y="4411980"/>
            <a:ext cx="3200400" cy="274320"/>
          </a:xfrm>
          <a:prstGeom prst="rect">
            <a:avLst/>
          </a:prstGeom>
          <a:solidFill>
            <a:srgbClr val="E8F4F8"/>
          </a:solidFill>
          <a:ln w="12700">
            <a:solidFill>
              <a:srgbClr val="E8F4F8"/>
            </a:solidFill>
            <a:prstDash val="solid"/>
          </a:ln>
        </p:spPr>
        <p:txBody>
          <a:bodyPr/>
          <a:lstStyle/>
          <a:p>
            <a:endParaRPr lang="en-US"/>
          </a:p>
        </p:txBody>
      </p:sp>
      <p:sp>
        <p:nvSpPr>
          <p:cNvPr id="50" name="Text 48"/>
          <p:cNvSpPr/>
          <p:nvPr/>
        </p:nvSpPr>
        <p:spPr>
          <a:xfrm>
            <a:off x="-1691640" y="4424702"/>
            <a:ext cx="8595360" cy="274320"/>
          </a:xfrm>
          <a:prstGeom prst="rect">
            <a:avLst/>
          </a:prstGeom>
          <a:noFill/>
          <a:ln/>
        </p:spPr>
        <p:txBody>
          <a:bodyPr wrap="square" rtlCol="0" anchor="ctr"/>
          <a:lstStyle/>
          <a:p>
            <a:pPr marL="0" indent="0" algn="ctr">
              <a:buNone/>
            </a:pPr>
            <a:r>
              <a:rPr lang="en-US" sz="800">
                <a:solidFill>
                  <a:srgbClr val="64748B"/>
                </a:solidFill>
                <a:latin typeface="Calibri" pitchFamily="34" charset="0"/>
                <a:ea typeface="Calibri" pitchFamily="34" charset="-122"/>
                <a:cs typeface="Calibri" pitchFamily="34" charset="-120"/>
              </a:rPr>
              <a:t>Training: 30 epochs  ·  Window: 20 packets   ·  Scaler: RobustScaler</a:t>
            </a:r>
            <a:endParaRPr lang="en-US" sz="8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9">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457200" y="3200400"/>
            <a:ext cx="3200400" cy="3200400"/>
          </a:xfrm>
          <a:prstGeom prst="ellipse">
            <a:avLst/>
          </a:prstGeom>
          <a:solidFill>
            <a:srgbClr val="1B4F72">
              <a:alpha val="30000"/>
            </a:srgbClr>
          </a:solidFill>
          <a:ln w="12700">
            <a:solidFill>
              <a:srgbClr val="1B4F72">
                <a:alpha val="30000"/>
              </a:srgbClr>
            </a:solidFill>
            <a:prstDash val="solid"/>
          </a:ln>
        </p:spPr>
        <p:txBody>
          <a:bodyPr/>
          <a:lstStyle/>
          <a:p>
            <a:endParaRPr lang="en-US"/>
          </a:p>
        </p:txBody>
      </p:sp>
      <p:sp>
        <p:nvSpPr>
          <p:cNvPr id="3" name="Shape 1"/>
          <p:cNvSpPr/>
          <p:nvPr/>
        </p:nvSpPr>
        <p:spPr>
          <a:xfrm>
            <a:off x="7315200" y="-457200"/>
            <a:ext cx="2743200" cy="2743200"/>
          </a:xfrm>
          <a:prstGeom prst="ellipse">
            <a:avLst/>
          </a:prstGeom>
          <a:solidFill>
            <a:srgbClr val="00B4D8">
              <a:alpha val="20000"/>
            </a:srgbClr>
          </a:solidFill>
          <a:ln w="12700">
            <a:solidFill>
              <a:srgbClr val="00B4D8">
                <a:alpha val="30000"/>
              </a:srgbClr>
            </a:solidFill>
            <a:prstDash val="solid"/>
          </a:ln>
        </p:spPr>
        <p:txBody>
          <a:bodyPr/>
          <a:lstStyle/>
          <a:p>
            <a:endParaRPr lang="en-US"/>
          </a:p>
        </p:txBody>
      </p:sp>
      <p:sp>
        <p:nvSpPr>
          <p:cNvPr id="4" name="Shape 2"/>
          <p:cNvSpPr/>
          <p:nvPr/>
        </p:nvSpPr>
        <p:spPr>
          <a:xfrm>
            <a:off x="0" y="0"/>
            <a:ext cx="164592" cy="5143500"/>
          </a:xfrm>
          <a:prstGeom prst="rect">
            <a:avLst/>
          </a:prstGeom>
          <a:solidFill>
            <a:srgbClr val="00B4D8"/>
          </a:solidFill>
          <a:ln/>
        </p:spPr>
        <p:txBody>
          <a:bodyPr/>
          <a:lstStyle/>
          <a:p>
            <a:endParaRPr lang="en-US"/>
          </a:p>
        </p:txBody>
      </p:sp>
      <p:sp>
        <p:nvSpPr>
          <p:cNvPr id="5" name="Text 3"/>
          <p:cNvSpPr/>
          <p:nvPr/>
        </p:nvSpPr>
        <p:spPr>
          <a:xfrm>
            <a:off x="411480" y="320040"/>
            <a:ext cx="8229600" cy="548640"/>
          </a:xfrm>
          <a:prstGeom prst="rect">
            <a:avLst/>
          </a:prstGeom>
          <a:noFill/>
          <a:ln/>
        </p:spPr>
        <p:txBody>
          <a:bodyPr wrap="square" rtlCol="0" anchor="ctr"/>
          <a:lstStyle/>
          <a:p>
            <a:pPr marL="0" indent="0">
              <a:buNone/>
            </a:pPr>
            <a:r>
              <a:rPr lang="en-US" sz="3400" b="1">
                <a:solidFill>
                  <a:srgbClr val="FFFFFF"/>
                </a:solidFill>
                <a:latin typeface="Calibri" pitchFamily="34" charset="0"/>
                <a:ea typeface="Calibri" pitchFamily="34" charset="-122"/>
                <a:cs typeface="Calibri" pitchFamily="34" charset="-120"/>
              </a:rPr>
              <a:t>Conclusion</a:t>
            </a:r>
            <a:endParaRPr lang="en-US" sz="3400"/>
          </a:p>
        </p:txBody>
      </p:sp>
      <p:sp>
        <p:nvSpPr>
          <p:cNvPr id="6" name="Shape 4"/>
          <p:cNvSpPr/>
          <p:nvPr/>
        </p:nvSpPr>
        <p:spPr>
          <a:xfrm>
            <a:off x="411480" y="1005840"/>
            <a:ext cx="1920240" cy="914400"/>
          </a:xfrm>
          <a:prstGeom prst="rect">
            <a:avLst/>
          </a:prstGeom>
          <a:solidFill>
            <a:srgbClr val="0D1B2A"/>
          </a:solidFill>
          <a:ln w="12700">
            <a:solidFill>
              <a:srgbClr val="00B4D8"/>
            </a:solidFill>
            <a:prstDash val="solid"/>
          </a:ln>
          <a:effectLst>
            <a:outerShdw blurRad="101600" dist="38100" dir="8100000" algn="bl" rotWithShape="0">
              <a:srgbClr val="000000">
                <a:alpha val="12000"/>
              </a:srgbClr>
            </a:outerShdw>
          </a:effectLst>
        </p:spPr>
        <p:txBody>
          <a:bodyPr/>
          <a:lstStyle/>
          <a:p>
            <a:endParaRPr lang="en-US"/>
          </a:p>
        </p:txBody>
      </p:sp>
      <p:sp>
        <p:nvSpPr>
          <p:cNvPr id="7" name="Text 5"/>
          <p:cNvSpPr/>
          <p:nvPr/>
        </p:nvSpPr>
        <p:spPr>
          <a:xfrm>
            <a:off x="411480" y="1024128"/>
            <a:ext cx="1920240" cy="475488"/>
          </a:xfrm>
          <a:prstGeom prst="rect">
            <a:avLst/>
          </a:prstGeom>
          <a:noFill/>
          <a:ln/>
        </p:spPr>
        <p:txBody>
          <a:bodyPr wrap="square" rtlCol="0" anchor="ctr"/>
          <a:lstStyle/>
          <a:p>
            <a:pPr marL="0" indent="0" algn="ctr">
              <a:buNone/>
            </a:pPr>
            <a:r>
              <a:rPr lang="en-US" sz="2200" b="1">
                <a:solidFill>
                  <a:srgbClr val="00B4D8"/>
                </a:solidFill>
                <a:latin typeface="Calibri" pitchFamily="34" charset="0"/>
                <a:ea typeface="Calibri" pitchFamily="34" charset="-122"/>
                <a:cs typeface="Calibri" pitchFamily="34" charset="-120"/>
              </a:rPr>
              <a:t>98.3%</a:t>
            </a:r>
            <a:endParaRPr lang="en-US" sz="2200"/>
          </a:p>
        </p:txBody>
      </p:sp>
      <p:sp>
        <p:nvSpPr>
          <p:cNvPr id="8" name="Text 6"/>
          <p:cNvSpPr/>
          <p:nvPr/>
        </p:nvSpPr>
        <p:spPr>
          <a:xfrm>
            <a:off x="411480" y="1481328"/>
            <a:ext cx="1920240" cy="402336"/>
          </a:xfrm>
          <a:prstGeom prst="rect">
            <a:avLst/>
          </a:prstGeom>
          <a:noFill/>
          <a:ln/>
        </p:spPr>
        <p:txBody>
          <a:bodyPr wrap="square" rtlCol="0" anchor="t"/>
          <a:lstStyle/>
          <a:p>
            <a:pPr marL="0" indent="0" algn="ctr">
              <a:buNone/>
            </a:pPr>
            <a:r>
              <a:rPr lang="en-US" sz="900">
                <a:solidFill>
                  <a:srgbClr val="8EAFC0"/>
                </a:solidFill>
                <a:latin typeface="Calibri" pitchFamily="34" charset="0"/>
                <a:ea typeface="Calibri" pitchFamily="34" charset="-122"/>
                <a:cs typeface="Calibri" pitchFamily="34" charset="-120"/>
              </a:rPr>
              <a:t>IsolationForest</a:t>
            </a:r>
            <a:endParaRPr lang="en-US" sz="900"/>
          </a:p>
          <a:p>
            <a:pPr marL="0" indent="0" algn="ctr">
              <a:buNone/>
            </a:pPr>
            <a:r>
              <a:rPr lang="en-US" sz="900">
                <a:solidFill>
                  <a:srgbClr val="8EAFC0"/>
                </a:solidFill>
                <a:latin typeface="Calibri" pitchFamily="34" charset="0"/>
                <a:ea typeface="Calibri" pitchFamily="34" charset="-122"/>
                <a:cs typeface="Calibri" pitchFamily="34" charset="-120"/>
              </a:rPr>
              <a:t>Detection Rate</a:t>
            </a:r>
            <a:endParaRPr lang="en-US" sz="900"/>
          </a:p>
        </p:txBody>
      </p:sp>
      <p:sp>
        <p:nvSpPr>
          <p:cNvPr id="9" name="Shape 7"/>
          <p:cNvSpPr/>
          <p:nvPr/>
        </p:nvSpPr>
        <p:spPr>
          <a:xfrm>
            <a:off x="2587752" y="1005840"/>
            <a:ext cx="1920240" cy="914400"/>
          </a:xfrm>
          <a:prstGeom prst="rect">
            <a:avLst/>
          </a:prstGeom>
          <a:solidFill>
            <a:srgbClr val="1B4F72">
              <a:alpha val="70000"/>
            </a:srgbClr>
          </a:solidFill>
          <a:ln w="12700">
            <a:solidFill>
              <a:srgbClr val="00B4D8"/>
            </a:solidFill>
            <a:prstDash val="solid"/>
          </a:ln>
          <a:effectLst>
            <a:outerShdw blurRad="101600" dist="38100" dir="8100000" algn="bl" rotWithShape="0">
              <a:srgbClr val="000000">
                <a:alpha val="12000"/>
              </a:srgbClr>
            </a:outerShdw>
          </a:effectLst>
        </p:spPr>
        <p:txBody>
          <a:bodyPr/>
          <a:lstStyle/>
          <a:p>
            <a:endParaRPr lang="en-US"/>
          </a:p>
        </p:txBody>
      </p:sp>
      <p:sp>
        <p:nvSpPr>
          <p:cNvPr id="10" name="Text 8"/>
          <p:cNvSpPr/>
          <p:nvPr/>
        </p:nvSpPr>
        <p:spPr>
          <a:xfrm>
            <a:off x="2587752" y="1024128"/>
            <a:ext cx="1920240" cy="475488"/>
          </a:xfrm>
          <a:prstGeom prst="rect">
            <a:avLst/>
          </a:prstGeom>
          <a:noFill/>
          <a:ln/>
        </p:spPr>
        <p:txBody>
          <a:bodyPr wrap="square" rtlCol="0" anchor="ctr"/>
          <a:lstStyle/>
          <a:p>
            <a:pPr marL="0" indent="0" algn="ctr">
              <a:buNone/>
            </a:pPr>
            <a:r>
              <a:rPr lang="en-US" sz="2200" b="1">
                <a:solidFill>
                  <a:srgbClr val="00B4D8"/>
                </a:solidFill>
                <a:latin typeface="Calibri" pitchFamily="34" charset="0"/>
                <a:ea typeface="Calibri" pitchFamily="34" charset="-122"/>
                <a:cs typeface="Calibri" pitchFamily="34" charset="-120"/>
              </a:rPr>
              <a:t>~0%</a:t>
            </a:r>
            <a:endParaRPr lang="en-US" sz="2200"/>
          </a:p>
        </p:txBody>
      </p:sp>
      <p:sp>
        <p:nvSpPr>
          <p:cNvPr id="11" name="Text 9"/>
          <p:cNvSpPr/>
          <p:nvPr/>
        </p:nvSpPr>
        <p:spPr>
          <a:xfrm>
            <a:off x="2587752" y="1481328"/>
            <a:ext cx="1920240" cy="402336"/>
          </a:xfrm>
          <a:prstGeom prst="rect">
            <a:avLst/>
          </a:prstGeom>
          <a:noFill/>
          <a:ln/>
        </p:spPr>
        <p:txBody>
          <a:bodyPr wrap="square" rtlCol="0" anchor="t"/>
          <a:lstStyle/>
          <a:p>
            <a:pPr marL="0" indent="0" algn="ctr">
              <a:buNone/>
            </a:pPr>
            <a:r>
              <a:rPr lang="en-US" sz="900">
                <a:solidFill>
                  <a:srgbClr val="8EAFC0"/>
                </a:solidFill>
                <a:latin typeface="Calibri" pitchFamily="34" charset="0"/>
                <a:ea typeface="Calibri" pitchFamily="34" charset="-122"/>
                <a:cs typeface="Calibri" pitchFamily="34" charset="-120"/>
              </a:rPr>
              <a:t>LSTM False</a:t>
            </a:r>
            <a:endParaRPr lang="en-US" sz="900"/>
          </a:p>
          <a:p>
            <a:pPr marL="0" indent="0" algn="ctr">
              <a:buNone/>
            </a:pPr>
            <a:r>
              <a:rPr lang="en-US" sz="900">
                <a:solidFill>
                  <a:srgbClr val="8EAFC0"/>
                </a:solidFill>
                <a:latin typeface="Calibri" pitchFamily="34" charset="0"/>
                <a:ea typeface="Calibri" pitchFamily="34" charset="-122"/>
                <a:cs typeface="Calibri" pitchFamily="34" charset="-120"/>
              </a:rPr>
              <a:t>Negative Rate</a:t>
            </a:r>
            <a:endParaRPr lang="en-US" sz="900"/>
          </a:p>
        </p:txBody>
      </p:sp>
      <p:sp>
        <p:nvSpPr>
          <p:cNvPr id="12" name="Shape 10"/>
          <p:cNvSpPr/>
          <p:nvPr/>
        </p:nvSpPr>
        <p:spPr>
          <a:xfrm>
            <a:off x="4764024" y="1005840"/>
            <a:ext cx="1920240" cy="914400"/>
          </a:xfrm>
          <a:prstGeom prst="rect">
            <a:avLst/>
          </a:prstGeom>
          <a:solidFill>
            <a:srgbClr val="1B4F72">
              <a:alpha val="70000"/>
            </a:srgbClr>
          </a:solidFill>
          <a:ln w="12700">
            <a:solidFill>
              <a:srgbClr val="00B4D8"/>
            </a:solidFill>
            <a:prstDash val="solid"/>
          </a:ln>
          <a:effectLst>
            <a:outerShdw blurRad="101600" dist="38100" dir="8100000" algn="bl" rotWithShape="0">
              <a:srgbClr val="000000">
                <a:alpha val="12000"/>
              </a:srgbClr>
            </a:outerShdw>
          </a:effectLst>
        </p:spPr>
        <p:txBody>
          <a:bodyPr/>
          <a:lstStyle/>
          <a:p>
            <a:endParaRPr lang="en-US"/>
          </a:p>
        </p:txBody>
      </p:sp>
      <p:sp>
        <p:nvSpPr>
          <p:cNvPr id="13" name="Text 11"/>
          <p:cNvSpPr/>
          <p:nvPr/>
        </p:nvSpPr>
        <p:spPr>
          <a:xfrm>
            <a:off x="4764024" y="1024128"/>
            <a:ext cx="1920240" cy="475488"/>
          </a:xfrm>
          <a:prstGeom prst="rect">
            <a:avLst/>
          </a:prstGeom>
          <a:noFill/>
          <a:ln/>
        </p:spPr>
        <p:txBody>
          <a:bodyPr wrap="square" rtlCol="0" anchor="ctr"/>
          <a:lstStyle/>
          <a:p>
            <a:pPr marL="0" indent="0" algn="ctr">
              <a:buNone/>
            </a:pPr>
            <a:r>
              <a:rPr lang="en-US" sz="2200" b="1">
                <a:solidFill>
                  <a:srgbClr val="00B4D8"/>
                </a:solidFill>
                <a:latin typeface="Calibri" pitchFamily="34" charset="0"/>
                <a:ea typeface="Calibri" pitchFamily="34" charset="-122"/>
                <a:cs typeface="Calibri" pitchFamily="34" charset="-120"/>
              </a:rPr>
              <a:t>166,750</a:t>
            </a:r>
            <a:endParaRPr lang="en-US" sz="2200"/>
          </a:p>
        </p:txBody>
      </p:sp>
      <p:sp>
        <p:nvSpPr>
          <p:cNvPr id="14" name="Text 12"/>
          <p:cNvSpPr/>
          <p:nvPr/>
        </p:nvSpPr>
        <p:spPr>
          <a:xfrm>
            <a:off x="4764024" y="1481328"/>
            <a:ext cx="1920240" cy="402336"/>
          </a:xfrm>
          <a:prstGeom prst="rect">
            <a:avLst/>
          </a:prstGeom>
          <a:noFill/>
          <a:ln/>
        </p:spPr>
        <p:txBody>
          <a:bodyPr wrap="square" rtlCol="0" anchor="t"/>
          <a:lstStyle/>
          <a:p>
            <a:pPr marL="0" indent="0" algn="ctr">
              <a:buNone/>
            </a:pPr>
            <a:r>
              <a:rPr lang="en-US" sz="900">
                <a:solidFill>
                  <a:srgbClr val="8EAFC0"/>
                </a:solidFill>
                <a:latin typeface="Calibri" pitchFamily="34" charset="0"/>
                <a:ea typeface="Calibri" pitchFamily="34" charset="-122"/>
                <a:cs typeface="Calibri" pitchFamily="34" charset="-120"/>
              </a:rPr>
              <a:t>Total Records</a:t>
            </a:r>
            <a:endParaRPr lang="en-US" sz="900"/>
          </a:p>
          <a:p>
            <a:pPr marL="0" indent="0" algn="ctr">
              <a:buNone/>
            </a:pPr>
            <a:r>
              <a:rPr lang="en-US" sz="900">
                <a:solidFill>
                  <a:srgbClr val="8EAFC0"/>
                </a:solidFill>
                <a:latin typeface="Calibri" pitchFamily="34" charset="0"/>
                <a:ea typeface="Calibri" pitchFamily="34" charset="-122"/>
                <a:cs typeface="Calibri" pitchFamily="34" charset="-120"/>
              </a:rPr>
              <a:t>Collected</a:t>
            </a:r>
            <a:endParaRPr lang="en-US" sz="900"/>
          </a:p>
        </p:txBody>
      </p:sp>
      <p:sp>
        <p:nvSpPr>
          <p:cNvPr id="15" name="Shape 13"/>
          <p:cNvSpPr/>
          <p:nvPr/>
        </p:nvSpPr>
        <p:spPr>
          <a:xfrm>
            <a:off x="6940296" y="1005840"/>
            <a:ext cx="1920240" cy="914400"/>
          </a:xfrm>
          <a:prstGeom prst="rect">
            <a:avLst/>
          </a:prstGeom>
          <a:solidFill>
            <a:srgbClr val="1B4F72">
              <a:alpha val="70000"/>
            </a:srgbClr>
          </a:solidFill>
          <a:ln w="12700">
            <a:solidFill>
              <a:srgbClr val="00B4D8"/>
            </a:solidFill>
            <a:prstDash val="solid"/>
          </a:ln>
          <a:effectLst>
            <a:outerShdw blurRad="101600" dist="38100" dir="8100000" algn="bl" rotWithShape="0">
              <a:srgbClr val="000000">
                <a:alpha val="12000"/>
              </a:srgbClr>
            </a:outerShdw>
          </a:effectLst>
        </p:spPr>
        <p:txBody>
          <a:bodyPr/>
          <a:lstStyle/>
          <a:p>
            <a:endParaRPr lang="en-US"/>
          </a:p>
        </p:txBody>
      </p:sp>
      <p:sp>
        <p:nvSpPr>
          <p:cNvPr id="16" name="Text 14"/>
          <p:cNvSpPr/>
          <p:nvPr/>
        </p:nvSpPr>
        <p:spPr>
          <a:xfrm>
            <a:off x="6940296" y="1024128"/>
            <a:ext cx="1920240" cy="475488"/>
          </a:xfrm>
          <a:prstGeom prst="rect">
            <a:avLst/>
          </a:prstGeom>
          <a:noFill/>
          <a:ln/>
        </p:spPr>
        <p:txBody>
          <a:bodyPr wrap="square" rtlCol="0" anchor="ctr"/>
          <a:lstStyle/>
          <a:p>
            <a:pPr marL="0" indent="0" algn="ctr">
              <a:buNone/>
            </a:pPr>
            <a:r>
              <a:rPr lang="en-US" sz="2200" b="1">
                <a:solidFill>
                  <a:srgbClr val="00B4D8"/>
                </a:solidFill>
                <a:latin typeface="Calibri" pitchFamily="34" charset="0"/>
                <a:cs typeface="Calibri" pitchFamily="34" charset="-120"/>
              </a:rPr>
              <a:t>5</a:t>
            </a:r>
            <a:endParaRPr lang="en-US" sz="2200"/>
          </a:p>
        </p:txBody>
      </p:sp>
      <p:sp>
        <p:nvSpPr>
          <p:cNvPr id="17" name="Text 15"/>
          <p:cNvSpPr/>
          <p:nvPr/>
        </p:nvSpPr>
        <p:spPr>
          <a:xfrm>
            <a:off x="6940296" y="1481328"/>
            <a:ext cx="1920240" cy="402336"/>
          </a:xfrm>
          <a:prstGeom prst="rect">
            <a:avLst/>
          </a:prstGeom>
          <a:noFill/>
          <a:ln/>
        </p:spPr>
        <p:txBody>
          <a:bodyPr wrap="square" rtlCol="0" anchor="t"/>
          <a:lstStyle/>
          <a:p>
            <a:pPr marL="0" indent="0" algn="ctr">
              <a:buNone/>
            </a:pPr>
            <a:r>
              <a:rPr lang="en-US" sz="900">
                <a:solidFill>
                  <a:srgbClr val="8EAFC0"/>
                </a:solidFill>
                <a:latin typeface="Calibri" pitchFamily="34" charset="0"/>
                <a:ea typeface="Calibri" pitchFamily="34" charset="-122"/>
                <a:cs typeface="Calibri" pitchFamily="34" charset="-120"/>
              </a:rPr>
              <a:t>Attack Types</a:t>
            </a:r>
            <a:endParaRPr lang="en-US" sz="900"/>
          </a:p>
          <a:p>
            <a:pPr marL="0" indent="0" algn="ctr">
              <a:buNone/>
            </a:pPr>
            <a:r>
              <a:rPr lang="en-US" sz="900">
                <a:solidFill>
                  <a:srgbClr val="8EAFC0"/>
                </a:solidFill>
                <a:latin typeface="Calibri" pitchFamily="34" charset="0"/>
                <a:ea typeface="Calibri" pitchFamily="34" charset="-122"/>
                <a:cs typeface="Calibri" pitchFamily="34" charset="-120"/>
              </a:rPr>
              <a:t>Simulated</a:t>
            </a:r>
            <a:endParaRPr lang="en-US" sz="900"/>
          </a:p>
        </p:txBody>
      </p:sp>
      <p:sp>
        <p:nvSpPr>
          <p:cNvPr id="18" name="Shape 16"/>
          <p:cNvSpPr/>
          <p:nvPr/>
        </p:nvSpPr>
        <p:spPr>
          <a:xfrm>
            <a:off x="411480" y="2084832"/>
            <a:ext cx="73152" cy="320040"/>
          </a:xfrm>
          <a:prstGeom prst="rect">
            <a:avLst/>
          </a:prstGeom>
          <a:solidFill>
            <a:srgbClr val="00B4D8"/>
          </a:solidFill>
          <a:ln/>
        </p:spPr>
        <p:txBody>
          <a:bodyPr/>
          <a:lstStyle/>
          <a:p>
            <a:endParaRPr lang="en-US"/>
          </a:p>
        </p:txBody>
      </p:sp>
      <p:sp>
        <p:nvSpPr>
          <p:cNvPr id="19" name="Text 17"/>
          <p:cNvSpPr/>
          <p:nvPr/>
        </p:nvSpPr>
        <p:spPr>
          <a:xfrm>
            <a:off x="556989" y="2578608"/>
            <a:ext cx="8229600" cy="384048"/>
          </a:xfrm>
          <a:prstGeom prst="rect">
            <a:avLst/>
          </a:prstGeom>
          <a:noFill/>
          <a:ln/>
        </p:spPr>
        <p:txBody>
          <a:bodyPr wrap="square" rtlCol="0" anchor="ctr"/>
          <a:lstStyle/>
          <a:p>
            <a:pPr marL="0" indent="0">
              <a:buNone/>
            </a:pPr>
            <a:r>
              <a:rPr lang="en-US" sz="1100">
                <a:solidFill>
                  <a:srgbClr val="E8F4F8"/>
                </a:solidFill>
                <a:latin typeface="Calibri" pitchFamily="34" charset="0"/>
                <a:cs typeface="Calibri" pitchFamily="34" charset="-120"/>
              </a:rPr>
              <a:t>The system is fully functional on a $35 Raspberry PI with real-time autonomous prevention. Proving that limited hardware can still be properly secured.</a:t>
            </a:r>
            <a:endParaRPr lang="en-US" sz="1100"/>
          </a:p>
        </p:txBody>
      </p:sp>
      <p:sp>
        <p:nvSpPr>
          <p:cNvPr id="20" name="Shape 18"/>
          <p:cNvSpPr/>
          <p:nvPr/>
        </p:nvSpPr>
        <p:spPr>
          <a:xfrm>
            <a:off x="411480" y="2606040"/>
            <a:ext cx="73152" cy="320040"/>
          </a:xfrm>
          <a:prstGeom prst="rect">
            <a:avLst/>
          </a:prstGeom>
          <a:solidFill>
            <a:srgbClr val="00B4D8"/>
          </a:solidFill>
          <a:ln/>
        </p:spPr>
        <p:txBody>
          <a:bodyPr/>
          <a:lstStyle/>
          <a:p>
            <a:endParaRPr lang="en-US"/>
          </a:p>
        </p:txBody>
      </p:sp>
      <p:sp>
        <p:nvSpPr>
          <p:cNvPr id="21" name="Text 19"/>
          <p:cNvSpPr/>
          <p:nvPr/>
        </p:nvSpPr>
        <p:spPr>
          <a:xfrm>
            <a:off x="556989" y="3099816"/>
            <a:ext cx="8229600" cy="384048"/>
          </a:xfrm>
          <a:prstGeom prst="rect">
            <a:avLst/>
          </a:prstGeom>
          <a:noFill/>
          <a:ln/>
        </p:spPr>
        <p:txBody>
          <a:bodyPr wrap="square" rtlCol="0" anchor="ctr"/>
          <a:lstStyle/>
          <a:p>
            <a:pPr marL="0" indent="0">
              <a:buNone/>
            </a:pPr>
            <a:endParaRPr lang="en-US" sz="1100"/>
          </a:p>
        </p:txBody>
      </p:sp>
      <p:sp>
        <p:nvSpPr>
          <p:cNvPr id="22" name="Shape 20"/>
          <p:cNvSpPr/>
          <p:nvPr/>
        </p:nvSpPr>
        <p:spPr>
          <a:xfrm>
            <a:off x="411480" y="3127248"/>
            <a:ext cx="73152" cy="320040"/>
          </a:xfrm>
          <a:prstGeom prst="rect">
            <a:avLst/>
          </a:prstGeom>
          <a:solidFill>
            <a:srgbClr val="00B4D8"/>
          </a:solidFill>
          <a:ln/>
        </p:spPr>
        <p:txBody>
          <a:bodyPr/>
          <a:lstStyle/>
          <a:p>
            <a:endParaRPr lang="en-US"/>
          </a:p>
        </p:txBody>
      </p:sp>
      <p:sp>
        <p:nvSpPr>
          <p:cNvPr id="23" name="Text 21"/>
          <p:cNvSpPr/>
          <p:nvPr/>
        </p:nvSpPr>
        <p:spPr>
          <a:xfrm>
            <a:off x="556989" y="3621024"/>
            <a:ext cx="8229600" cy="384048"/>
          </a:xfrm>
          <a:prstGeom prst="rect">
            <a:avLst/>
          </a:prstGeom>
          <a:noFill/>
          <a:ln/>
        </p:spPr>
        <p:txBody>
          <a:bodyPr wrap="square" rtlCol="0" anchor="ctr"/>
          <a:lstStyle/>
          <a:p>
            <a:pPr marL="0" indent="0">
              <a:buNone/>
            </a:pPr>
            <a:endParaRPr lang="en-US" sz="1100"/>
          </a:p>
        </p:txBody>
      </p:sp>
      <p:sp>
        <p:nvSpPr>
          <p:cNvPr id="24" name="Shape 22"/>
          <p:cNvSpPr/>
          <p:nvPr/>
        </p:nvSpPr>
        <p:spPr>
          <a:xfrm>
            <a:off x="411480" y="3648456"/>
            <a:ext cx="73152" cy="320040"/>
          </a:xfrm>
          <a:prstGeom prst="rect">
            <a:avLst/>
          </a:prstGeom>
          <a:solidFill>
            <a:srgbClr val="00B4D8"/>
          </a:solidFill>
          <a:ln/>
        </p:spPr>
        <p:txBody>
          <a:bodyPr/>
          <a:lstStyle/>
          <a:p>
            <a:endParaRPr lang="en-US"/>
          </a:p>
        </p:txBody>
      </p:sp>
      <p:sp>
        <p:nvSpPr>
          <p:cNvPr id="25" name="Text 23"/>
          <p:cNvSpPr/>
          <p:nvPr/>
        </p:nvSpPr>
        <p:spPr>
          <a:xfrm>
            <a:off x="556989" y="3648456"/>
            <a:ext cx="8229600" cy="384048"/>
          </a:xfrm>
          <a:prstGeom prst="rect">
            <a:avLst/>
          </a:prstGeom>
          <a:noFill/>
          <a:ln/>
        </p:spPr>
        <p:txBody>
          <a:bodyPr wrap="square" rtlCol="0" anchor="ctr"/>
          <a:lstStyle/>
          <a:p>
            <a:pPr marL="0" indent="0">
              <a:buNone/>
            </a:pPr>
            <a:endParaRPr lang="en-US" sz="1100"/>
          </a:p>
        </p:txBody>
      </p:sp>
      <p:sp>
        <p:nvSpPr>
          <p:cNvPr id="30" name="Text 25">
            <a:extLst>
              <a:ext uri="{FF2B5EF4-FFF2-40B4-BE49-F238E27FC236}">
                <a16:creationId xmlns:a16="http://schemas.microsoft.com/office/drawing/2014/main" id="{357FCBC9-229F-4AAD-ADD9-7F741F0345D9}"/>
              </a:ext>
            </a:extLst>
          </p:cNvPr>
          <p:cNvSpPr/>
          <p:nvPr/>
        </p:nvSpPr>
        <p:spPr>
          <a:xfrm>
            <a:off x="556989" y="3575304"/>
            <a:ext cx="8229600" cy="384048"/>
          </a:xfrm>
          <a:prstGeom prst="rect">
            <a:avLst/>
          </a:prstGeom>
          <a:noFill/>
          <a:ln/>
        </p:spPr>
        <p:txBody>
          <a:bodyPr wrap="square" rtlCol="0" anchor="ctr"/>
          <a:lstStyle/>
          <a:p>
            <a:pPr marL="0" indent="0">
              <a:buNone/>
            </a:pPr>
            <a:r>
              <a:rPr lang="en-US" sz="1100">
                <a:solidFill>
                  <a:srgbClr val="E8F4F8"/>
                </a:solidFill>
                <a:latin typeface="Calibri" pitchFamily="34" charset="0"/>
                <a:cs typeface="Calibri" pitchFamily="34" charset="-120"/>
              </a:rPr>
              <a:t>Other future works include scaling the system schema to larger networks and implementing detection and prevention for other forms of connections, such as incomplete HTTP requests. As well as implementing a lighter version of Scapy to inspect TCP, UDP, and ICMP traffic.</a:t>
            </a:r>
            <a:endParaRPr lang="en-US" sz="1100"/>
          </a:p>
        </p:txBody>
      </p:sp>
      <p:sp>
        <p:nvSpPr>
          <p:cNvPr id="31" name="Text 17">
            <a:extLst>
              <a:ext uri="{FF2B5EF4-FFF2-40B4-BE49-F238E27FC236}">
                <a16:creationId xmlns:a16="http://schemas.microsoft.com/office/drawing/2014/main" id="{11B2A896-5C64-425B-0CAC-722DF86A7BE4}"/>
              </a:ext>
            </a:extLst>
          </p:cNvPr>
          <p:cNvSpPr/>
          <p:nvPr/>
        </p:nvSpPr>
        <p:spPr>
          <a:xfrm>
            <a:off x="556989" y="3095045"/>
            <a:ext cx="8229600" cy="384048"/>
          </a:xfrm>
          <a:prstGeom prst="rect">
            <a:avLst/>
          </a:prstGeom>
          <a:noFill/>
          <a:ln/>
        </p:spPr>
        <p:txBody>
          <a:bodyPr wrap="square" rtlCol="0" anchor="ctr"/>
          <a:lstStyle/>
          <a:p>
            <a:pPr marL="0" indent="0">
              <a:buNone/>
            </a:pPr>
            <a:r>
              <a:rPr lang="en-US" sz="1100">
                <a:solidFill>
                  <a:srgbClr val="E8F4F8"/>
                </a:solidFill>
                <a:latin typeface="Calibri" pitchFamily="34" charset="0"/>
                <a:cs typeface="Calibri" pitchFamily="34" charset="-120"/>
              </a:rPr>
              <a:t>Future development would include implementing our system on different IoT devices, such as smart home and wearable devices that collect and exchange data over the internet, providing on-system security.</a:t>
            </a:r>
            <a:endParaRPr lang="en-US" sz="1100"/>
          </a:p>
        </p:txBody>
      </p:sp>
      <p:sp>
        <p:nvSpPr>
          <p:cNvPr id="32" name="Text 25">
            <a:extLst>
              <a:ext uri="{FF2B5EF4-FFF2-40B4-BE49-F238E27FC236}">
                <a16:creationId xmlns:a16="http://schemas.microsoft.com/office/drawing/2014/main" id="{438AE722-515D-5134-FF71-FE0C862E82DD}"/>
              </a:ext>
            </a:extLst>
          </p:cNvPr>
          <p:cNvSpPr/>
          <p:nvPr/>
        </p:nvSpPr>
        <p:spPr>
          <a:xfrm>
            <a:off x="566928" y="2039112"/>
            <a:ext cx="8229600" cy="384048"/>
          </a:xfrm>
          <a:prstGeom prst="rect">
            <a:avLst/>
          </a:prstGeom>
          <a:noFill/>
          <a:ln/>
        </p:spPr>
        <p:txBody>
          <a:bodyPr wrap="square" rtlCol="0" anchor="ctr"/>
          <a:lstStyle/>
          <a:p>
            <a:pPr marL="0" indent="0">
              <a:buNone/>
            </a:pPr>
            <a:endParaRPr lang="en-US" sz="1100"/>
          </a:p>
        </p:txBody>
      </p:sp>
      <p:sp>
        <p:nvSpPr>
          <p:cNvPr id="33" name="Text 25">
            <a:extLst>
              <a:ext uri="{FF2B5EF4-FFF2-40B4-BE49-F238E27FC236}">
                <a16:creationId xmlns:a16="http://schemas.microsoft.com/office/drawing/2014/main" id="{F9EDB10C-DBC7-FB1D-83F1-D046ABCB9830}"/>
              </a:ext>
            </a:extLst>
          </p:cNvPr>
          <p:cNvSpPr/>
          <p:nvPr/>
        </p:nvSpPr>
        <p:spPr>
          <a:xfrm>
            <a:off x="566928" y="2052828"/>
            <a:ext cx="8229600" cy="384048"/>
          </a:xfrm>
          <a:prstGeom prst="rect">
            <a:avLst/>
          </a:prstGeom>
          <a:noFill/>
          <a:ln/>
        </p:spPr>
        <p:txBody>
          <a:bodyPr wrap="square" rtlCol="0" anchor="ctr"/>
          <a:lstStyle/>
          <a:p>
            <a:pPr marL="0" indent="0">
              <a:buNone/>
            </a:pPr>
            <a:r>
              <a:rPr lang="en-US" sz="1100">
                <a:solidFill>
                  <a:srgbClr val="E8F4F8"/>
                </a:solidFill>
                <a:latin typeface="Calibri" pitchFamily="34" charset="0"/>
                <a:cs typeface="Calibri" pitchFamily="34" charset="-120"/>
              </a:rPr>
              <a:t>Developed an IPS on a live network with real sensors. Using two models, Isolation Forest &amp; BiLSTM, to catch what the other missed. With LoRa implementation for additional coverage to the radio layer. </a:t>
            </a:r>
            <a:endParaRPr lang="en-US" sz="11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F9F8BFD-B4BF-A90B-32B2-DF7A83115F7C}"/>
              </a:ext>
            </a:extLst>
          </p:cNvPr>
          <p:cNvSpPr txBox="1"/>
          <p:nvPr/>
        </p:nvSpPr>
        <p:spPr>
          <a:xfrm>
            <a:off x="410776" y="327872"/>
            <a:ext cx="9098782" cy="615553"/>
          </a:xfrm>
          <a:prstGeom prst="rect">
            <a:avLst/>
          </a:prstGeom>
          <a:noFill/>
        </p:spPr>
        <p:txBody>
          <a:bodyPr wrap="square">
            <a:spAutoFit/>
          </a:bodyPr>
          <a:lstStyle/>
          <a:p>
            <a:pPr marL="0" indent="0">
              <a:buNone/>
            </a:pPr>
            <a:r>
              <a:rPr lang="en-US" sz="3400" b="1">
                <a:solidFill>
                  <a:srgbClr val="FFFFFF"/>
                </a:solidFill>
                <a:latin typeface="Calibri" pitchFamily="34" charset="0"/>
                <a:cs typeface="Calibri" pitchFamily="34" charset="-120"/>
              </a:rPr>
              <a:t>References</a:t>
            </a:r>
            <a:endParaRPr lang="en-US" sz="3400"/>
          </a:p>
        </p:txBody>
      </p:sp>
      <p:sp>
        <p:nvSpPr>
          <p:cNvPr id="4" name="Shape 2">
            <a:extLst>
              <a:ext uri="{FF2B5EF4-FFF2-40B4-BE49-F238E27FC236}">
                <a16:creationId xmlns:a16="http://schemas.microsoft.com/office/drawing/2014/main" id="{1D1628DE-2CCB-258C-F941-2A0E1388A242}"/>
              </a:ext>
            </a:extLst>
          </p:cNvPr>
          <p:cNvSpPr/>
          <p:nvPr/>
        </p:nvSpPr>
        <p:spPr>
          <a:xfrm>
            <a:off x="0" y="0"/>
            <a:ext cx="164592" cy="5143500"/>
          </a:xfrm>
          <a:prstGeom prst="rect">
            <a:avLst/>
          </a:prstGeom>
          <a:solidFill>
            <a:srgbClr val="00B4D8"/>
          </a:solidFill>
          <a:ln/>
        </p:spPr>
        <p:txBody>
          <a:bodyPr/>
          <a:lstStyle/>
          <a:p>
            <a:endParaRPr lang="en-US"/>
          </a:p>
        </p:txBody>
      </p:sp>
      <p:sp>
        <p:nvSpPr>
          <p:cNvPr id="5" name="Shape 2">
            <a:extLst>
              <a:ext uri="{FF2B5EF4-FFF2-40B4-BE49-F238E27FC236}">
                <a16:creationId xmlns:a16="http://schemas.microsoft.com/office/drawing/2014/main" id="{EDE475ED-3113-5C46-6AD8-0B8D647C2258}"/>
              </a:ext>
            </a:extLst>
          </p:cNvPr>
          <p:cNvSpPr/>
          <p:nvPr/>
        </p:nvSpPr>
        <p:spPr>
          <a:xfrm>
            <a:off x="8979408" y="0"/>
            <a:ext cx="164592" cy="5143500"/>
          </a:xfrm>
          <a:prstGeom prst="rect">
            <a:avLst/>
          </a:prstGeom>
          <a:solidFill>
            <a:srgbClr val="00B4D8"/>
          </a:solidFill>
          <a:ln/>
        </p:spPr>
        <p:txBody>
          <a:bodyPr/>
          <a:lstStyle/>
          <a:p>
            <a:endParaRPr lang="en-US"/>
          </a:p>
        </p:txBody>
      </p:sp>
      <p:sp>
        <p:nvSpPr>
          <p:cNvPr id="6" name="TextBox 5">
            <a:extLst>
              <a:ext uri="{FF2B5EF4-FFF2-40B4-BE49-F238E27FC236}">
                <a16:creationId xmlns:a16="http://schemas.microsoft.com/office/drawing/2014/main" id="{159073B2-B389-5048-FE73-FCE28B3C7043}"/>
              </a:ext>
            </a:extLst>
          </p:cNvPr>
          <p:cNvSpPr txBox="1"/>
          <p:nvPr/>
        </p:nvSpPr>
        <p:spPr>
          <a:xfrm>
            <a:off x="577780" y="1075174"/>
            <a:ext cx="8155444" cy="4524315"/>
          </a:xfrm>
          <a:prstGeom prst="rect">
            <a:avLst/>
          </a:prstGeom>
          <a:noFill/>
        </p:spPr>
        <p:txBody>
          <a:bodyPr wrap="square" rtlCol="0">
            <a:spAutoFit/>
          </a:bodyPr>
          <a:lstStyle/>
          <a:p>
            <a:pPr fontAlgn="base"/>
            <a:r>
              <a:rPr lang="en-US" sz="1600">
                <a:solidFill>
                  <a:schemeClr val="bg1"/>
                </a:solidFill>
              </a:rPr>
              <a:t>S, Snehaa, et al. “Network Intrusion Detector Based on Isolation … Forest Algorithm, </a:t>
            </a:r>
            <a:r>
              <a:rPr lang="en-US" sz="1600" i="1">
                <a:solidFill>
                  <a:schemeClr val="bg1"/>
                </a:solidFill>
              </a:rPr>
              <a:t>IEEE Xplore</a:t>
            </a:r>
            <a:r>
              <a:rPr lang="en-US" sz="1600">
                <a:solidFill>
                  <a:schemeClr val="bg1"/>
                </a:solidFill>
              </a:rPr>
              <a:t>, IEEE, 14 Feb. 2023, ieeexplore.ieee.org/document/10040395​</a:t>
            </a:r>
          </a:p>
          <a:p>
            <a:pPr fontAlgn="base"/>
            <a:r>
              <a:rPr lang="en-US" sz="1600">
                <a:solidFill>
                  <a:schemeClr val="bg1"/>
                </a:solidFill>
              </a:rPr>
              <a:t>​</a:t>
            </a:r>
          </a:p>
          <a:p>
            <a:pPr fontAlgn="base"/>
            <a:r>
              <a:rPr lang="en-US" sz="1600">
                <a:solidFill>
                  <a:schemeClr val="bg1"/>
                </a:solidFill>
              </a:rPr>
              <a:t>Schuster, M., &amp; Paliwal, K. K. (1997). Bidirectional recurrent neural networks. </a:t>
            </a:r>
            <a:r>
              <a:rPr lang="en-US" sz="1600" i="1">
                <a:solidFill>
                  <a:schemeClr val="bg1"/>
                </a:solidFill>
              </a:rPr>
              <a:t>IEEE Transactions on Signal Processing, 45</a:t>
            </a:r>
            <a:r>
              <a:rPr lang="en-US" sz="1600">
                <a:solidFill>
                  <a:schemeClr val="bg1"/>
                </a:solidFill>
              </a:rPr>
              <a:t>(11), 2673-2681, ieeexplore.ieee.org/stamp/</a:t>
            </a:r>
            <a:r>
              <a:rPr lang="en-US" sz="1600" err="1">
                <a:solidFill>
                  <a:schemeClr val="bg1"/>
                </a:solidFill>
              </a:rPr>
              <a:t>stamp.jsp?tp</a:t>
            </a:r>
            <a:r>
              <a:rPr lang="en-US" sz="1600">
                <a:solidFill>
                  <a:schemeClr val="bg1"/>
                </a:solidFill>
              </a:rPr>
              <a:t>=&amp;</a:t>
            </a:r>
            <a:r>
              <a:rPr lang="en-US" sz="1600" err="1">
                <a:solidFill>
                  <a:schemeClr val="bg1"/>
                </a:solidFill>
              </a:rPr>
              <a:t>arnumber</a:t>
            </a:r>
            <a:r>
              <a:rPr lang="en-US" sz="1600">
                <a:solidFill>
                  <a:schemeClr val="bg1"/>
                </a:solidFill>
              </a:rPr>
              <a:t>=650093​</a:t>
            </a:r>
          </a:p>
          <a:p>
            <a:pPr fontAlgn="base"/>
            <a:endParaRPr lang="en-US" sz="1600">
              <a:solidFill>
                <a:schemeClr val="bg1"/>
              </a:solidFill>
            </a:endParaRPr>
          </a:p>
          <a:p>
            <a:pPr fontAlgn="base"/>
            <a:r>
              <a:rPr lang="en-US" sz="1600">
                <a:solidFill>
                  <a:schemeClr val="bg1"/>
                </a:solidFill>
              </a:rPr>
              <a:t>R., </a:t>
            </a:r>
            <a:r>
              <a:rPr lang="en-US" sz="1600" err="1">
                <a:solidFill>
                  <a:schemeClr val="bg1"/>
                </a:solidFill>
              </a:rPr>
              <a:t>Panneerslevi</a:t>
            </a:r>
            <a:r>
              <a:rPr lang="en-US" sz="1600">
                <a:solidFill>
                  <a:schemeClr val="bg1"/>
                </a:solidFill>
              </a:rPr>
              <a:t>, and </a:t>
            </a:r>
            <a:r>
              <a:rPr lang="en-US" sz="1600" err="1">
                <a:solidFill>
                  <a:schemeClr val="bg1"/>
                </a:solidFill>
              </a:rPr>
              <a:t>Visumathi</a:t>
            </a:r>
            <a:r>
              <a:rPr lang="en-US" sz="1600">
                <a:solidFill>
                  <a:schemeClr val="bg1"/>
                </a:solidFill>
              </a:rPr>
              <a:t> J. “Temporal Intrusion Detection for MQTT-Based IoT Networks Using LSTM Sequence Modeling.” </a:t>
            </a:r>
            <a:r>
              <a:rPr lang="en-US" sz="1600" i="1">
                <a:solidFill>
                  <a:schemeClr val="bg1"/>
                </a:solidFill>
              </a:rPr>
              <a:t>IEEE Xplore</a:t>
            </a:r>
            <a:r>
              <a:rPr lang="en-US" sz="1600">
                <a:solidFill>
                  <a:schemeClr val="bg1"/>
                </a:solidFill>
              </a:rPr>
              <a:t>, 23 Mar. 2026, ieeexplore.ieee.org/document/11438310. </a:t>
            </a:r>
          </a:p>
          <a:p>
            <a:pPr fontAlgn="base"/>
            <a:endParaRPr lang="en-US" sz="1600">
              <a:solidFill>
                <a:schemeClr val="bg1"/>
              </a:solidFill>
            </a:endParaRPr>
          </a:p>
          <a:p>
            <a:pPr fontAlgn="base"/>
            <a:r>
              <a:rPr lang="en-US" sz="1600">
                <a:solidFill>
                  <a:schemeClr val="bg1"/>
                </a:solidFill>
              </a:rPr>
              <a:t>Hamza, Kaddour, and Das </a:t>
            </a:r>
            <a:r>
              <a:rPr lang="en-US" sz="1600" err="1">
                <a:solidFill>
                  <a:schemeClr val="bg1"/>
                </a:solidFill>
              </a:rPr>
              <a:t>Shaibai</a:t>
            </a:r>
            <a:r>
              <a:rPr lang="en-US" sz="1600">
                <a:solidFill>
                  <a:schemeClr val="bg1"/>
                </a:solidFill>
              </a:rPr>
              <a:t>. “Evaluating the Performance of Machine Learning-Based Classification Models for IOT Intrusion Detection.” </a:t>
            </a:r>
            <a:r>
              <a:rPr lang="en-US" sz="1600" i="1">
                <a:solidFill>
                  <a:schemeClr val="bg1"/>
                </a:solidFill>
              </a:rPr>
              <a:t>IEEE Xplore</a:t>
            </a:r>
            <a:r>
              <a:rPr lang="en-US" sz="1600">
                <a:solidFill>
                  <a:schemeClr val="bg1"/>
                </a:solidFill>
              </a:rPr>
              <a:t>, 2 Oct. 2024, ieeexplore.ieee.org/document/10697949/. </a:t>
            </a:r>
          </a:p>
          <a:p>
            <a:pPr fontAlgn="base"/>
            <a:endParaRPr lang="en-US" sz="1600">
              <a:solidFill>
                <a:schemeClr val="bg1"/>
              </a:solidFill>
            </a:endParaRPr>
          </a:p>
          <a:p>
            <a:pPr fontAlgn="base"/>
            <a:endParaRPr lang="en-US" sz="1600">
              <a:solidFill>
                <a:schemeClr val="bg1"/>
              </a:solidFill>
            </a:endParaRPr>
          </a:p>
          <a:p>
            <a:pPr fontAlgn="base"/>
            <a:r>
              <a:rPr lang="en-US"/>
              <a:t>​</a:t>
            </a:r>
          </a:p>
          <a:p>
            <a:endParaRPr lang="en-US" sz="1400"/>
          </a:p>
        </p:txBody>
      </p:sp>
    </p:spTree>
    <p:extLst>
      <p:ext uri="{BB962C8B-B14F-4D97-AF65-F5344CB8AC3E}">
        <p14:creationId xmlns:p14="http://schemas.microsoft.com/office/powerpoint/2010/main" val="14358559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AA58A29D-7DA9-4061-A29A-F9F82236991C}">
  <we:reference id="WA200010001" version="1.0.0.1" store="Omex" storeType="OMEX"/>
  <we:alternateReferences>
    <we:reference id="WA200010001" version="1.0.0.1" store="WA200010001" storeType="OMEX"/>
  </we:alternateReferences>
  <we:properties/>
  <we:bindings/>
  <we:snapshot xmlns:r="http://schemas.openxmlformats.org/officeDocument/2006/relationships"/>
</we:webextension>
</file>

<file path=docMetadata/LabelInfo.xml><?xml version="1.0" encoding="utf-8"?>
<clbl:labelList xmlns:clbl="http://schemas.microsoft.com/office/2020/mipLabelMetadata">
  <clbl:label id="{2c5ee638-a963-49c0-ac26-828dd9b78d5e}" enabled="0" method="" siteId="{2c5ee638-a963-49c0-ac26-828dd9b78d5e}" removed="1"/>
</clbl:labelList>
</file>

<file path=docProps/app.xml><?xml version="1.0" encoding="utf-8"?>
<Properties xmlns="http://schemas.openxmlformats.org/officeDocument/2006/extended-properties" xmlns:vt="http://schemas.openxmlformats.org/officeDocument/2006/docPropsVTypes">
  <TotalTime>0</TotalTime>
  <Words>4723</Words>
  <Application>Microsoft Office PowerPoint</Application>
  <PresentationFormat>On-screen Show (16:9)</PresentationFormat>
  <Paragraphs>399</Paragraphs>
  <Slides>19</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Consolas</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Intrusion Prevention System for Live IoT Network: A Hybrid Machine Learning Approach</dc:title>
  <dc:subject>PptxGenJS Presentation</dc:subject>
  <dc:creator>PptxGenJS</dc:creator>
  <cp:lastModifiedBy>Built Different</cp:lastModifiedBy>
  <cp:revision>1</cp:revision>
  <dcterms:created xsi:type="dcterms:W3CDTF">2026-04-20T17:33:52Z</dcterms:created>
  <dcterms:modified xsi:type="dcterms:W3CDTF">2026-04-29T18:32:15Z</dcterms:modified>
</cp:coreProperties>
</file>